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[0:00-0:20] Pembuka. Kalimat pembuka: "Di mana merchant Hitachi POS berikutnya? Hari ini jawabannya ada di tebakan; dengan POS Merchant Hunter, jawabannya ada di peta." Perkenalkan diri, sebutkan ini final project training Claude Code Hacktiv8 untuk PT Hitachi Channel Solutions Indonesia. Catatan: ganti "Nama Peserta" sebelum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[0:20-0:50] Demo: login lalu intro globe terbang ke Indonesia (tekan lewati intro sekali agar diingat). Peta mode Prospek: ribuan titik; marker outlet berbeda dari prospek; hover outlet memunculkan cincin 2 km. Filter provinsi + skor &gt;= 75. Data di slide ini seluruhnya dummy/simulasi (190 outlet, ±14,6 ribu prospek) dan diberi badge "Simulasi".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[0:50-1:20] Klik prospek panas: drawer menampilkan rincian skor, jarak ke outlet, efek tetangga, badge Simulasi. Tekan WhatsApp: pesan terisi template dan aktivitas tercatat (tidak ada kirim otomatis).
[1:20-1:40] Mode White Space + Heatmap: area padat bisnis tanpa outlet Hitachi.
[1:40-2:00] Pipeline Kanban: seret kartu Dihubungi ke Demo; peringatan kontak ganda dari akun lain; opt-out.
[2:00-2:15] Perencana rute: pilih 4-5 prospek, urutan, jarak, buka di Google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Kotak putus-putus diisi manual oleh pemilik: ambil screenshot dari layar Claude Code sendiri. Saran dari docs/SLIDE-NOTES.md bagian 7: (1) prompt awal, (2) riset paralel Sesi 1, (3) laporan Reviewer-Dokumen 19 temuan, (4) tiga agen worktree, (5) merge dan tes hijau, (6) temuan QA-Browser, (7) tabel refactoring, (8) AGENTS-LOG.md, (9) git log --graph. Ceritakan: subagen riset/review/penulis berjalan paralel di worktree; orkestrator merge --no-ff dan memverifikasi; tiap milestone ditutup dengan tes hijau.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[2:15-2:40] Dasbor + Estimasi Dampak &amp; Biaya: KPI, funnel, penetrasi provinsi; ubah asumsi Google vs OSM Rp0. Semua screenshot dari seed dummy; status pipeline demo (18 Dihubungi, 10 Demo, 5 Deal, 6 Ditolak) diatur lewat aksi aplikasi pada database demo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[2:40-3:00] Master Data Source: API key terenkripsi, tidak pernah tampil. Riwayat Scheduler menunjukkan kesehatan scheduler (baris contoh bertanda "Demo:" disisipkan manual). Tema terang dan tampilan ponsel menunjukkan UI responsif. Tutup dengan link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angka dari docs/TEST-REPORT.md (dijalankan ulang pada commit akhir): Pest 455 lulus (7.732 assertion), Vitest 299 lulus, Playwright E2E 46 lulus termasuk axe di 12 halaman. Audit keamanan: 0 kritis, 2 mayor dan 8 minor diperbaiki; pemindaian secret 0 temuan. Refactoring terukur: ekspor CSV 0,80 ke 0,08 dtk, bundel app 525 ke 284 kB. Keterbatasan: FPS pada GPU nyata belum terukur (SwiftShader 2-4 fps), cakupan backend belum terukur, sync nyata ke Overpass/Google belum diuji, CI GitHub belum pernah dijalankan.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ringkas nilai (peta, skor, pipeline, rute, dasbor), sebutkan rencana pilot dan biaya Rp0 dengan OSM, lalu tampilkan link GitHub. Ganti USERNAME dengan akun GitHub sebelum dikumpulkan. Tidak ada logo/merek Hitachi di deck ini (hanya teks).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65760"/>
            <a:ext cx="5852160" cy="5852160"/>
          </a:xfrm>
          <a:prstGeom prst="ellipse">
            <a:avLst/>
          </a:prstGeom>
          <a:ln w="12700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005840"/>
            <a:ext cx="4572000" cy="4572000"/>
          </a:xfrm>
          <a:prstGeom prst="ellipse">
            <a:avLst/>
          </a:prstGeom>
          <a:ln w="12700">
            <a:solidFill>
              <a:srgbClr val="2741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645920"/>
            <a:ext cx="3291840" cy="3291840"/>
          </a:xfrm>
          <a:prstGeom prst="ellipse">
            <a:avLst/>
          </a:prstGeom>
          <a:ln w="12700">
            <a:solidFill>
              <a:srgbClr val="2741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286000"/>
            <a:ext cx="2011680" cy="2011680"/>
          </a:xfrm>
          <a:prstGeom prst="ellipse">
            <a:avLst/>
          </a:prstGeom>
          <a:ln w="19050">
            <a:solidFill>
              <a:srgbClr val="FF6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00032" y="3182112"/>
            <a:ext cx="219456" cy="219456"/>
          </a:xfrm>
          <a:prstGeom prst="ellipse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PROJECT CLAUDE CODE · HACKTIV8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Merchant</a:t>
            </a:r>
            <a:endParaRPr lang="en-US" sz="6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7D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“Mission control” untuk menemukan calon merchant Hitachi POS berikutnya.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Claude Code · Hacktiv8 · untuk PT Hitachi Channel Solutions Indonesia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4754880" cy="685800"/>
          </a:xfrm>
          <a:prstGeom prst="roundRect">
            <a:avLst>
              <a:gd name="adj" fmla="val 13333"/>
            </a:avLst>
          </a:prstGeom>
          <a:ln w="19050">
            <a:solidFill>
              <a:srgbClr val="FF6A2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5440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 PESERTA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(ganti dengan nama lengkap Anda)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MASALAH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Mencari merchant masih tebak-tebakan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Merchant Hunter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425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7D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mana merchant Hitachi POS berikutnya? Hari ini jawabannya ada di tebakan.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sales mencari calon merchant satu per satu.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2860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peta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26080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pandangan spasial atas outlet dan sekitarnya.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22860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064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skor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20640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prioritas: prospek panas tak terlihat.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32320" y="22860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jejak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15200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tahu siapa sudah menghubungi siapa; risiko kontak ganda.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26880" y="22860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0976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angka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509760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tidak punya ukuran nilai dan perkembangan.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Akibatnya: waktu riset sales besar, peluang terlewat, dan nilai pekerjaan sulit dibuktikan.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SOLUSI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Jawabannya ada di peta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Merchant Hunter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425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7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3D semua outlet + ribuan prospek berwarna menurut skor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7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Pencarian otomatis bisnis ≤ 2 km dari tiap outlet, tiap malam (OpenStreetMap; Google opsional)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7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0–100 dengan alasan yang terbaca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7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Baru → Dihubungi → Demo → Deal/Ditolak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7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bertemplate, rute kunjungan, dasbor manajemen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30368" y="1389888"/>
            <a:ext cx="6409944" cy="4023360"/>
          </a:xfrm>
          <a:prstGeom prst="roundRect">
            <a:avLst>
              <a:gd name="adj" fmla="val 1364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11" name="Image 0" descr="/private/tmp/claude-501/deck-scratch/01-peta-penu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417320"/>
            <a:ext cx="6355080" cy="39684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5458968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3D: outlet Hitachi dan ribuan prospek berwarna menurut skor.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pada screenshot adalah data dummy (badge “Simulasi”).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RINGKASAN PRD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peran, satu tujuan, ukuran jelas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Merchant Hunter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425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468112" cy="2331720"/>
          </a:xfrm>
          <a:prstGeom prst="roundRect">
            <a:avLst>
              <a:gd name="adj" fmla="val 4706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5010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peran: “manajemen” (kepala cabang, manajer sales, analis)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Banyak akun, satu tampilan bersama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68112" cy="2331720"/>
          </a:xfrm>
          <a:prstGeom prst="roundRect">
            <a:avLst>
              <a:gd name="adj" fmla="val 4706"/>
            </a:avLst>
          </a:prstGeom>
          <a:solidFill>
            <a:srgbClr val="0F1917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00200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METRIK SUKSES PILOT 90 HARI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965960"/>
            <a:ext cx="5010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25 prospek aktif per outlet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riset sales turun ≥ 50%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kontak ganda tanpa peringatan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 akun aktif mingguan; biaya data Rp0 (OSM)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68112" cy="2331720"/>
          </a:xfrm>
          <a:prstGeom prst="roundRect">
            <a:avLst>
              <a:gd name="adj" fmla="val 4706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14800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RUANG LINGKUP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480560"/>
            <a:ext cx="5010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Dalam: peta, skor, pipeline, WhatsApp, rute, dasbor, biaya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luar v1: kirim WA otomatis, integrasi langsung DB Hitachi POS, banyak peran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468112" cy="2331720"/>
          </a:xfrm>
          <a:prstGeom prst="roundRect">
            <a:avLst>
              <a:gd name="adj" fmla="val 4706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114800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RISIKO UTAMA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4480560"/>
            <a:ext cx="5010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Lisensi Google Places dan batas Overpass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Kualitas data OSM Indonesia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WhatsApp dan UU PDP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Masing-masing punya mitigasi di PRD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FITUR UTAMA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Sembilan fitur, satu alur kerja sales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Merchant Hunter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425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630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162623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0020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3D + intro globe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600200" y="2176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+ deck.gl, 14,6 ribu titik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7680" y="14630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F1917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737360"/>
            <a:ext cx="640080" cy="640080"/>
          </a:xfrm>
          <a:prstGeom prst="ellipse">
            <a:avLst/>
          </a:prstGeom>
          <a:solidFill>
            <a:srgbClr val="FF6A2B"/>
          </a:solidFill>
          <a:ln w="15875">
            <a:solidFill>
              <a:srgbClr val="FF6A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4924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0–100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349240" y="2176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Alasan terbaca, jarak, efek tetangga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46720" y="14630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75320" y="1737360"/>
            <a:ext cx="640080" cy="640080"/>
          </a:xfrm>
          <a:prstGeom prst="ellipse">
            <a:avLst/>
          </a:prstGeom>
          <a:solidFill>
            <a:srgbClr val="162623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53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09828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Kanban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9098280" y="2176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Seret kartu, catatan aktivitas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30632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162623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60020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bertemplate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600200" y="3776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terisi, tanpa kirim otomatis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297680" y="30632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26280" y="3337560"/>
            <a:ext cx="640080" cy="640080"/>
          </a:xfrm>
          <a:prstGeom prst="ellipse">
            <a:avLst/>
          </a:prstGeom>
          <a:solidFill>
            <a:srgbClr val="162623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34924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Space &amp; Heatmap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5349240" y="3776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Padat bisnis, belum ada outlet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046720" y="30632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275320" y="3337560"/>
            <a:ext cx="640080" cy="640080"/>
          </a:xfrm>
          <a:prstGeom prst="ellipse">
            <a:avLst/>
          </a:prstGeom>
          <a:solidFill>
            <a:srgbClr val="162623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7532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09828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Rute kunjungan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9098280" y="3776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Nearest-neighbor + 2-opt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548640" y="46634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162623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72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160020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Dasbor manajemen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1600200" y="5376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KPI, funnel, penetrasi provinsi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4297680" y="46634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26280" y="4937760"/>
            <a:ext cx="640080" cy="640080"/>
          </a:xfrm>
          <a:prstGeom prst="ellipse">
            <a:avLst/>
          </a:prstGeom>
          <a:solidFill>
            <a:srgbClr val="162623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262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534924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dampak &amp; biaya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5349240" y="5376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Asumsi eksplisit, Google vs OSM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8046720" y="46634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275320" y="4937760"/>
            <a:ext cx="640080" cy="640080"/>
          </a:xfrm>
          <a:prstGeom prst="ellipse">
            <a:avLst/>
          </a:prstGeom>
          <a:solidFill>
            <a:srgbClr val="162623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753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909828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Source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9098280" y="5376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terenkripsi, uji koneksi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ARSITEKTUR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Browser, Laravel, SQLite, dan pekerja malam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Merchant Hunter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425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0F1917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Inertia + Vue 3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+ deck.gl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1463040"/>
            <a:ext cx="5760720" cy="1828800"/>
          </a:xfrm>
          <a:prstGeom prst="roundRect">
            <a:avLst>
              <a:gd name="adj" fmla="val 6000"/>
            </a:avLst>
          </a:prstGeom>
          <a:solidFill>
            <a:srgbClr val="070D0C"/>
          </a:solidFill>
          <a:ln w="19050">
            <a:solidFill>
              <a:srgbClr val="7DE3C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749040" y="15179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 12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187452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0F1917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874520"/>
            <a:ext cx="16002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validasi, tipis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187452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0F1917"/>
          </a:solidFill>
          <a:ln w="15875">
            <a:solidFill>
              <a:srgbClr val="FF6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874520"/>
            <a:ext cx="16002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/ Service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bisnis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43800" y="187452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0F1917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874520"/>
            <a:ext cx="16459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/ 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Eloquent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94960" y="2423160"/>
            <a:ext cx="274320" cy="0"/>
          </a:xfrm>
          <a:prstGeom prst="line">
            <a:avLst/>
          </a:prstGeom>
          <a:noFill/>
          <a:ln w="25400">
            <a:solidFill>
              <a:srgbClr val="7DE3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2423160"/>
            <a:ext cx="274320" cy="0"/>
          </a:xfrm>
          <a:prstGeom prst="line">
            <a:avLst/>
          </a:prstGeom>
          <a:noFill/>
          <a:ln w="25400">
            <a:solidFill>
              <a:srgbClr val="7DE3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017520" y="2377440"/>
            <a:ext cx="594360" cy="0"/>
          </a:xfrm>
          <a:prstGeom prst="line">
            <a:avLst/>
          </a:prstGeom>
          <a:noFill/>
          <a:ln w="25400">
            <a:solidFill>
              <a:srgbClr val="7DE3C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017520" y="18288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95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72600" y="2377440"/>
            <a:ext cx="640080" cy="0"/>
          </a:xfrm>
          <a:prstGeom prst="line">
            <a:avLst/>
          </a:prstGeom>
          <a:noFill/>
          <a:ln w="25400">
            <a:solidFill>
              <a:srgbClr val="7DE3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12680" y="1691640"/>
            <a:ext cx="1645920" cy="1371600"/>
          </a:xfrm>
          <a:prstGeom prst="can">
            <a:avLst/>
          </a:prstGeom>
          <a:solidFill>
            <a:srgbClr val="0F1917"/>
          </a:solidFill>
          <a:ln w="19050">
            <a:solidFill>
              <a:srgbClr val="4FC3A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antrean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 peta: OpenFreeMap (langsung dari browser)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12680" y="420624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0F1917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4206240"/>
            <a:ext cx="164592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Queue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schedule:run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hunter:sync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 flipV="1">
            <a:off x="10835640" y="3108960"/>
            <a:ext cx="0" cy="1097280"/>
          </a:xfrm>
          <a:prstGeom prst="line">
            <a:avLst/>
          </a:prstGeom>
          <a:noFill/>
          <a:ln w="25400">
            <a:solidFill>
              <a:srgbClr val="4FC3A9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092708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&amp; hasil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420624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0F1917"/>
          </a:solidFill>
          <a:ln w="15875">
            <a:solidFill>
              <a:srgbClr val="FF6A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206240"/>
            <a:ext cx="283464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adapters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· Mock · Google (opsional)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lewat ProviderRegistry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flipH="1">
            <a:off x="9144000" y="4892040"/>
            <a:ext cx="868680" cy="0"/>
          </a:xfrm>
          <a:prstGeom prst="line">
            <a:avLst/>
          </a:prstGeom>
          <a:noFill/>
          <a:ln w="25400">
            <a:solidFill>
              <a:srgbClr val="FF6A2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8640" y="4206240"/>
            <a:ext cx="4572000" cy="1371600"/>
          </a:xfrm>
          <a:prstGeom prst="roundRect">
            <a:avLst>
              <a:gd name="adj" fmla="val 6667"/>
            </a:avLst>
          </a:prstGeom>
          <a:solidFill>
            <a:srgbClr val="0F1917"/>
          </a:solidFill>
          <a:ln w="15875">
            <a:solidFill>
              <a:srgbClr val="7DE3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206240"/>
            <a:ext cx="45720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eksternal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Overpass API / mirror · Nominatim (geocoding)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 (opsional, nonaktif bawaan)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 flipH="1">
            <a:off x="5120640" y="4892040"/>
            <a:ext cx="1188720" cy="0"/>
          </a:xfrm>
          <a:prstGeom prst="line">
            <a:avLst/>
          </a:prstGeom>
          <a:noFill/>
          <a:ln w="25400">
            <a:solidFill>
              <a:srgbClr val="FF6A2B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7D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Panggilan data eksternal hanya dari queue/scheduler, tidak dari request pengguna.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PROSES PENGERJAAN DI CLAUDE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sesi, subagen paralel, tes hijau tiap milestone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Merchant Hunter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425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81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+ dokumen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subagen riset paralel; review menemukan 19 temuan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28416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1481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11296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desain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11296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agen penulis di worktree terpisah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481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91072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+ E2E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91072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Peta, pipeline, dasbor + suite Playwright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87968" y="1371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0848" y="1481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70848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70848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Refactoring, QA browser, audit keamanan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3566160" cy="2697480"/>
          </a:xfrm>
          <a:prstGeom prst="rect">
            <a:avLst/>
          </a:prstGeom>
          <a:solidFill>
            <a:srgbClr val="0F1917"/>
          </a:solidFill>
          <a:ln w="25400">
            <a:solidFill>
              <a:srgbClr val="FF6A2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48640" y="292608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TEMPEL SCREENSHOT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PROSES CLAUDE DI SINI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1 dari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subagen riset read-only bekerja paralel.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2926080"/>
            <a:ext cx="3566160" cy="2697480"/>
          </a:xfrm>
          <a:prstGeom prst="rect">
            <a:avLst/>
          </a:prstGeom>
          <a:solidFill>
            <a:srgbClr val="0F1917"/>
          </a:solidFill>
          <a:ln w="25400">
            <a:solidFill>
              <a:srgbClr val="FF6A2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297680" y="292608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TEMPEL SCREENSHOT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PROSES CLAUDE DI SINI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2 dari 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9768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agen penulis di worktree terpisah; orkestrator merge dan memverifikasi.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2926080"/>
            <a:ext cx="3566160" cy="2697480"/>
          </a:xfrm>
          <a:prstGeom prst="rect">
            <a:avLst/>
          </a:prstGeom>
          <a:solidFill>
            <a:srgbClr val="0F1917"/>
          </a:solidFill>
          <a:ln w="25400">
            <a:solidFill>
              <a:srgbClr val="FF6A2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8046720" y="292608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TEMPEL SCREENSHOT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PROSES CLAUDE DI SINI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3 dari 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04672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milestone ditutup dengan tes, lint, dan build hijau.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HASIL APLIKASI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berjalan (data dummy)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Merchant Hunter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425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21208" y="1344168"/>
            <a:ext cx="3456432" cy="2180844"/>
          </a:xfrm>
          <a:prstGeom prst="roundRect">
            <a:avLst>
              <a:gd name="adj" fmla="val 2516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10" name="Image 0" descr="/private/tmp/claude-501/deck-scratch/01-peta-penu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401568" cy="21259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57073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3D: outlet dan prospek menurut skor.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52544" y="1344168"/>
            <a:ext cx="3456432" cy="2180844"/>
          </a:xfrm>
          <a:prstGeom prst="roundRect">
            <a:avLst>
              <a:gd name="adj" fmla="val 2516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13" name="Image 1" descr="/private/tmp/claude-501/deck-scratch/03-drawer-prospe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371600"/>
            <a:ext cx="3401568" cy="21259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79976" y="357073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Kartu prospek: skor 84 dan rincian alasan.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183880" y="1344168"/>
            <a:ext cx="3456432" cy="2180844"/>
          </a:xfrm>
          <a:prstGeom prst="roundRect">
            <a:avLst>
              <a:gd name="adj" fmla="val 2516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16" name="Image 2" descr="/private/tmp/claude-501/deck-scratch/04-kanba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71600"/>
            <a:ext cx="3401568" cy="21259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11312" y="357073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drag &amp; drop dengan catatan aktivitas.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21208" y="3904488"/>
            <a:ext cx="3456432" cy="2180844"/>
          </a:xfrm>
          <a:prstGeom prst="roundRect">
            <a:avLst>
              <a:gd name="adj" fmla="val 2516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19" name="Image 3" descr="/private/tmp/claude-501/deck-scratch/05-dashboar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31920"/>
            <a:ext cx="3401568" cy="21259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8640" y="613105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Dasbor manajemen: KPI, funnel, penetrasi provinsi.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352544" y="3904488"/>
            <a:ext cx="3456432" cy="2180844"/>
          </a:xfrm>
          <a:prstGeom prst="roundRect">
            <a:avLst>
              <a:gd name="adj" fmla="val 2516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22" name="Image 4" descr="/private/tmp/claude-501/deck-scratch/06-white-spac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3931920"/>
            <a:ext cx="3401568" cy="21259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379976" y="613105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Space: padat bisnis, tanpa outlet Hitachi.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8183880" y="3904488"/>
            <a:ext cx="3456432" cy="2180844"/>
          </a:xfrm>
          <a:prstGeom prst="roundRect">
            <a:avLst>
              <a:gd name="adj" fmla="val 2516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25" name="Image 5" descr="/private/tmp/claude-501/deck-scratch/07-rut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3931920"/>
            <a:ext cx="3401568" cy="21259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211312" y="613105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Rute kunjungan efisien (nearest-neighbor + 2-opt).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HASIL APLIKASI (LANJUTAN)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Konfigurasi, biaya, tema terang, ponsel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Merchant Hunter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425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298448"/>
            <a:ext cx="3712464" cy="2249424"/>
          </a:xfrm>
          <a:prstGeom prst="roundRect">
            <a:avLst>
              <a:gd name="adj" fmla="val 2439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9" name="Image 0" descr="/private/tmp/claude-501/deck-scratch/08-master-data-sour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657600" cy="2194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Source: key terenkripsi, uji koneksi.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07408" y="1298448"/>
            <a:ext cx="3712464" cy="2249424"/>
          </a:xfrm>
          <a:prstGeom prst="roundRect">
            <a:avLst>
              <a:gd name="adj" fmla="val 2439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12" name="Image 1" descr="/private/tmp/claude-501/deck-scratch/09-estimasi-biay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325880"/>
            <a:ext cx="3657600" cy="2194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dampak &amp; biaya dengan asumsi eksplisit.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21208" y="3904488"/>
            <a:ext cx="3712464" cy="2249424"/>
          </a:xfrm>
          <a:prstGeom prst="roundRect">
            <a:avLst>
              <a:gd name="adj" fmla="val 2439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15" name="Image 2" descr="/private/tmp/claude-501/deck-scratch/13-tema-teran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3657600" cy="21945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6199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terang untuk ruangan terang.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407408" y="3904488"/>
            <a:ext cx="3712464" cy="2249424"/>
          </a:xfrm>
          <a:prstGeom prst="roundRect">
            <a:avLst>
              <a:gd name="adj" fmla="val 2439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18" name="Image 3" descr="/private/tmp/claude-501/deck-scratch/15-riwayat-schedul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931920"/>
            <a:ext cx="3657600" cy="21945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34840" y="6199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Riwayat scheduler (baris “Demo:” hanya contoh).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241865" y="1298448"/>
            <a:ext cx="2273151" cy="4855464"/>
          </a:xfrm>
          <a:prstGeom prst="roundRect">
            <a:avLst>
              <a:gd name="adj" fmla="val 2414"/>
            </a:avLst>
          </a:prstGeom>
          <a:solidFill>
            <a:srgbClr val="27413A"/>
          </a:solidFill>
          <a:ln w="6350">
            <a:solidFill>
              <a:srgbClr val="27413A"/>
            </a:solidFill>
            <a:prstDash val="solid"/>
          </a:ln>
        </p:spPr>
      </p:sp>
      <p:pic>
        <p:nvPicPr>
          <p:cNvPr id="21" name="Image 4" descr="/private/tmp/claude-501/deck-scratch/14-ponsel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9297" y="1325880"/>
            <a:ext cx="2218287" cy="4800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269297" y="6199632"/>
            <a:ext cx="22182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Responsif di ponsel.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MUTU &amp; KEAMANAN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Diuji berlapis, dengan keterbatasan yang jujur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Merchant Hunter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425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455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7315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Pest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28416" y="13716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11296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299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3511296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Vitest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11296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08192" y="13716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91072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4800" dirty="0"/>
          </a:p>
        </p:txBody>
      </p:sp>
      <p:sp>
        <p:nvSpPr>
          <p:cNvPr id="19" name="Text 16"/>
          <p:cNvSpPr/>
          <p:nvPr/>
        </p:nvSpPr>
        <p:spPr>
          <a:xfrm>
            <a:off x="6291072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E2E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91072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+ axe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887968" y="13716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0F1917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70848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800" dirty="0"/>
          </a:p>
        </p:txBody>
      </p:sp>
      <p:sp>
        <p:nvSpPr>
          <p:cNvPr id="23" name="Text 20"/>
          <p:cNvSpPr/>
          <p:nvPr/>
        </p:nvSpPr>
        <p:spPr>
          <a:xfrm>
            <a:off x="9070848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temuan kritis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070848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keamanan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3108960"/>
            <a:ext cx="5486400" cy="3108960"/>
          </a:xfrm>
          <a:prstGeom prst="roundRect">
            <a:avLst>
              <a:gd name="adj" fmla="val 3529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32735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REFACTORING TERUKUR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724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 CSV 14,6 ribu baris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38328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F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0,80 → 0,08 dtk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7724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Kanban (EXPLAIN)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383280" y="4526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F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12,0 → 0,30 ms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77240" y="5303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JS app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383280" y="5303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F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525 → 284 kB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17920" y="3108960"/>
            <a:ext cx="5422392" cy="3108960"/>
          </a:xfrm>
          <a:prstGeom prst="roundRect">
            <a:avLst>
              <a:gd name="adj" fmla="val 3529"/>
            </a:avLst>
          </a:prstGeom>
          <a:solidFill>
            <a:srgbClr val="0F1917"/>
          </a:solidFill>
          <a:ln w="12700">
            <a:solidFill>
              <a:srgbClr val="F2B63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32735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KETERBATASAN JUJUR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46520" y="3703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pada GPU nyata belum terukur (SwiftShader 2–4 fps)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nyata ke Overpass/Google belum diuji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Cakupan baris backend belum terukur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GitHub belum pernah dijalankan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ln w="9525">
            <a:solidFill>
              <a:srgbClr val="274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RENCANA ADOPSI &amp; BIAYA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demo ke pilot 6–8 minggu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Merchant Hunter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425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outlet asli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 CSV dari Hitachi POS; endpoint sinkron kemudian. Tidak akses DB POS langsung.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600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2377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+ Mock = Rp0. Google nonaktif bawaan; menyalakan hanya di kota pilot hemat ±90%.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600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75320" y="2377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provinsi, 10–20 outlet, 4–6 akun, 6–8 minggu; 1 VM kecil.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outreach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4572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 1 kontak/14 hari, peringatan kontak ganda, opt-out, tanpa kirim otomatis.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36118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terukur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Prospek per outlet, waktu hemat sales, konversi per tahap, penetrasi provinsi.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36118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0F1917"/>
          </a:solidFill>
          <a:ln w="12700">
            <a:solidFill>
              <a:srgbClr val="2741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7532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+ mitigasi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275320" y="4572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Libatkan sales sejak awal; tinjauan legal; kuota Google; cache + mirror OSM.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Google: ±4.900 panggilan searchNearby + ±950 Place Details per bulan (190 outlet, sync mingguan); tarif diisi sendiri di halaman Estimasi.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65760"/>
            <a:ext cx="5852160" cy="5852160"/>
          </a:xfrm>
          <a:prstGeom prst="ellipse">
            <a:avLst/>
          </a:prstGeom>
          <a:ln w="12700">
            <a:solidFill>
              <a:srgbClr val="274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005840"/>
            <a:ext cx="4572000" cy="4572000"/>
          </a:xfrm>
          <a:prstGeom prst="ellipse">
            <a:avLst/>
          </a:prstGeom>
          <a:ln w="12700">
            <a:solidFill>
              <a:srgbClr val="2741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645920"/>
            <a:ext cx="3291840" cy="3291840"/>
          </a:xfrm>
          <a:prstGeom prst="ellipse">
            <a:avLst/>
          </a:prstGeom>
          <a:ln w="12700">
            <a:solidFill>
              <a:srgbClr val="2741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286000"/>
            <a:ext cx="2011680" cy="2011680"/>
          </a:xfrm>
          <a:prstGeom prst="ellipse">
            <a:avLst/>
          </a:prstGeom>
          <a:ln w="19050">
            <a:solidFill>
              <a:srgbClr val="FF6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PENUTUP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7DE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tebakan menjadi peta: prospek panas terlihat, kontak tercatat, nilai terukur.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0F1917"/>
          </a:solidFill>
          <a:ln w="19050">
            <a:solidFill>
              <a:srgbClr val="FF6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1148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GITHUB (placeholder)</a:t>
            </a:r>
            <a:endParaRPr lang="en-US" sz="1000" dirty="0"/>
          </a:p>
          <a:p>
            <a:pPr indent="0" marL="0">
              <a:buNone/>
            </a:pPr>
            <a:r>
              <a:rPr lang="en-US" sz="1600" dirty="0">
                <a:solidFill>
                  <a:srgbClr val="E8F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https://github.com/USERNAME/pos-merchant-hunter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303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Claude Code · Hacktiv8 · untuk PT Hitachi Channel Solutions Indonesia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Peserta (placeholder)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 Merchant Hunter - Final Project Claude Code</dc:title>
  <dc:subject>PptxGenJS Presentation</dc:subject>
  <dc:creator>Nama Peserta</dc:creator>
  <cp:lastModifiedBy>Nama Peserta</cp:lastModifiedBy>
  <cp:revision>1</cp:revision>
  <dcterms:created xsi:type="dcterms:W3CDTF">2026-10-25T03:44:23Z</dcterms:created>
  <dcterms:modified xsi:type="dcterms:W3CDTF">2026-10-25T03:44:23Z</dcterms:modified>
</cp:coreProperties>
</file>