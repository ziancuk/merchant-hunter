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"Di mana merchant Hitachi POS berikutnya? Hari ini jawabannya ada di tebakan; dengan POS Merchant Hunter, jawabannya ada di peta."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Tiap kartu adalah tautan ke bagiannya.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masalah konkret dari PRD §1.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Temukan, Nilai, Hubungi. Semua tercatat dan terlihat bersama oleh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Scheduler jalan 01:00 WIB; pengguna tidak menunggu API pihak ketiga saat membuka halaman.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docs/PRD.md. 29 user story dipetakan ke fitur A–I.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PRD §2. Konversi 3% adalah asumsi awal yang bisa diubah di kalkulator.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PRD §5 dan §8.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Inti: satu PROMPT.md, empat sesi, subagen paralel, review independen sebelum dan sesudah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Gambar adalah cuplikan berkas PROMPT.md yang sebenarnya (bagian 1 dan 2). Bila ingin menambah tangkapan layar sesi Claude Code, tempel di slide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PRD, TRD, DB-SCHEMA, ARCHITECTURE, CONTRACTS, IMPLEMENTATION-PLAN, TEST-PLAN, GIT-WORKFLOW dibuat di Sesi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 asli docs/AGENTS-LOG.md. Empat sesi: dokumen, backend + design system, frontend + E2E, refactor + QA + rilis.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AGENTS-LOG.md, TEST-REPORT.md §6, qa-browser-notes.md.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asli git log --graph. Cabang worktree-agent-* adalah agen paralel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lewati intro, hover outlet untuk cincin 2 km, filter provinsi dan skor.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Kartu prospek: skor, rincian alasan, kontak dan tombol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Skor berbasis aturan (bukan ML). Bobot kategori bisa diubah di Master Kategori. Ambang Bidik Utama 75 dari config/hunter.php.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PRD §9(c). Hanya tautan wa.me; manusia yang menekan kirim.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pipeline pada screenshot diatur pada salinan database demo agar kolom terisi, bukan hasil sinkronisasi nyata.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Rute: nearest-neighbor + 2-opt, tautan Google Maps multi-titik tanpa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Dasbor: KPI, funnel, penetrasi provinsi. Laporan: tabel lengkap dengan unduh CSV/Excel. Estimasi Dampak &amp; Biaya: asumsi bisa diedit.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Ringkasan ARCHITECTURE.md dan TRD. Detail teknis ada di docs/.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Angka dari TEST-REPORT.md (25 Okt 2026, dijalankan ulang di commit akhir sesi 4). Setelah itu ditambah fitur i18n/Laporan; jalankan ulang composer ci sebelum klaim angka terbaru.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PRD §9(e).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Estimasi Google memakai asumsi sync mingguan; angka pasti dihitung di kalkulator in-app dengan tarif yang diisi sendiri, bukan klaim harga resmi.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keputusan konkret untuk memulai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 bersumber dari PRD, TEST-REPORT, dan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public. Seluruh dokumen ada di folder docs/. Panduan pengguna tersedia sebagai deck terpisah.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9.xml"/><Relationship Id="rId6" Type="http://schemas.openxmlformats.org/officeDocument/2006/relationships/slide" Target="slide15.xml"/><Relationship Id="rId7" Type="http://schemas.openxmlformats.org/officeDocument/2006/relationships/slide" Target="slide22.xml"/><Relationship Id="rId8" Type="http://schemas.openxmlformats.org/officeDocument/2006/relationships/slide" Target="slide24.xml"/><Relationship Id="rId9" Type="http://schemas.openxmlformats.org/officeDocument/2006/relationships/slide" Target="slide27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10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1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12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14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15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16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19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20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image" Target="../media/image-21-1.jpg"/><Relationship Id="rId4" Type="http://schemas.openxmlformats.org/officeDocument/2006/relationships/image" Target="../media/image-21-2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hyperlink" Target="https://github.com/ziancuk/merchant-hunter" TargetMode="External"/><Relationship Id="rId4" Type="http://schemas.openxmlformats.org/officeDocument/2006/relationships/hyperlink" Target="https://github.com/ziancuk/merchant-hunter/tree/main/doc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98080" y="-2011680"/>
            <a:ext cx="6858000" cy="685800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95360" y="-914400"/>
            <a:ext cx="4663440" cy="466344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CLAUDE CODE · HACKTIV8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1051560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 Merchant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2A2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Hunter</a:t>
            </a:r>
            <a:endParaRPr lang="en-US" sz="5600" dirty="0"/>
          </a:p>
        </p:txBody>
      </p:sp>
      <p:sp>
        <p:nvSpPr>
          <p:cNvPr id="10" name="Shape 7"/>
          <p:cNvSpPr/>
          <p:nvPr/>
        </p:nvSpPr>
        <p:spPr>
          <a:xfrm>
            <a:off x="731520" y="3246120"/>
            <a:ext cx="822960" cy="4572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4290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3D, skor prospek, pipeline, dan kontak WhatsApp yang tercatat untuk menemukan calon merchant Hitachi POS berikutnya.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31520" y="45720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1F3158"/>
          </a:solidFill>
          <a:ln w="9525">
            <a:solidFill>
              <a:srgbClr val="33477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617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190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04672" y="5074920"/>
            <a:ext cx="1499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outlet dummy · 38 provinsi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514600" y="45720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1F3158"/>
          </a:solidFill>
          <a:ln w="9525">
            <a:solidFill>
              <a:srgbClr val="33477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14600" y="4617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14,6 rb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2587752" y="5074920"/>
            <a:ext cx="1499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prospek dalam radius 2 km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297680" y="45720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1F3158"/>
          </a:solidFill>
          <a:ln w="9525">
            <a:solidFill>
              <a:srgbClr val="33477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97680" y="4617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0–100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370832" y="5074920"/>
            <a:ext cx="1499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 dengan alasan terbaca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Muhamad Fauzian 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31520" y="60807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PT Hitachi Channel Solutions Indonesia · Oktober 2026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26480" y="1188720"/>
            <a:ext cx="566928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0" descr="/private/tmp/claude-501/-Users-zian-Documents-PROJECT-pos-merchant-hunter/74e6d19c-bc11-4bab-b5fe-c20c3ce98a31/scratchpad/jpg/01-pe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280160"/>
            <a:ext cx="5486400" cy="34290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6126480" y="4892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Tangkapan layar aplikasi berjalan (data demo)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Isi presentasi (klik untuk melompat)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166420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4" name="Text 11">
            <a:hlinkClick r:id="rId3" tooltip="" action="ppaction://hlinksldjump"/>
          </p:cNvPr>
          <p:cNvSpPr/>
          <p:nvPr/>
        </p:nvSpPr>
        <p:spPr>
          <a:xfrm>
            <a:off x="1600200" y="1709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dan solusi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600200" y="20848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tim sales butuh peta, bukan tebakan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26480" y="1554480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309360" y="166420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5">
            <a:hlinkClick r:id="rId4" tooltip="" action="ppaction://hlinksldjump"/>
          </p:cNvPr>
          <p:cNvSpPr/>
          <p:nvPr/>
        </p:nvSpPr>
        <p:spPr>
          <a:xfrm>
            <a:off x="7178040" y="1709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Ringkasan PRD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178040" y="20848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Tujuan, metrik pilot, batas v1, risiko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2761488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28712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19">
            <a:hlinkClick r:id="rId5" tooltip="" action="ppaction://hlinksldjump"/>
          </p:cNvPr>
          <p:cNvSpPr/>
          <p:nvPr/>
        </p:nvSpPr>
        <p:spPr>
          <a:xfrm>
            <a:off x="1600200" y="29169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Cara kami membangun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1600200" y="3291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Prompt, dokumen, subagen Claude Code, review, git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126480" y="2761488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309360" y="28712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26" name="Text 23">
            <a:hlinkClick r:id="rId6" tooltip="" action="ppaction://hlinksldjump"/>
          </p:cNvPr>
          <p:cNvSpPr/>
          <p:nvPr/>
        </p:nvSpPr>
        <p:spPr>
          <a:xfrm>
            <a:off x="7178040" y="29169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Aplikasi, langkah demi langkah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7178040" y="3291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Peta, skor, kontak sopan, pipeline, rute, laporan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3968496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407822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30" name="Text 27">
            <a:hlinkClick r:id="rId7" tooltip="" action="ppaction://hlinksldjump"/>
          </p:cNvPr>
          <p:cNvSpPr/>
          <p:nvPr/>
        </p:nvSpPr>
        <p:spPr>
          <a:xfrm>
            <a:off x="1600200" y="41239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Arsitektur dan mutu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1600200" y="44988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kerja, hasil tes, hal yang belum teruji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126480" y="3968496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309360" y="407822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34" name="Text 31">
            <a:hlinkClick r:id="rId8" tooltip="" action="ppaction://hlinksldjump"/>
          </p:cNvPr>
          <p:cNvSpPr/>
          <p:nvPr/>
        </p:nvSpPr>
        <p:spPr>
          <a:xfrm>
            <a:off x="7178040" y="41239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Rencana adopsi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7178040" y="44988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minggu, biaya, keputusan yang diminta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48640" y="5175504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731520" y="5285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3000" dirty="0"/>
          </a:p>
        </p:txBody>
      </p:sp>
      <p:sp>
        <p:nvSpPr>
          <p:cNvPr id="38" name="Text 35">
            <a:hlinkClick r:id="rId9" tooltip="" action="ppaction://hlinksldjump"/>
          </p:cNvPr>
          <p:cNvSpPr/>
          <p:nvPr/>
        </p:nvSpPr>
        <p:spPr>
          <a:xfrm>
            <a:off x="1600200" y="53309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Tanya jawab dan repo</a:t>
            </a:r>
            <a:endParaRPr lang="en-US" sz="1700" dirty="0"/>
          </a:p>
        </p:txBody>
      </p:sp>
      <p:sp>
        <p:nvSpPr>
          <p:cNvPr id="39" name="Text 36"/>
          <p:cNvSpPr/>
          <p:nvPr/>
        </p:nvSpPr>
        <p:spPr>
          <a:xfrm>
            <a:off x="1600200" y="57058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umum, tautan GitHub, folder docs/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MASALAH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Mencari merchant baru masih seperti menebak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" y="192024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77240" y="26517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Tidak ada gambaran peta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33832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Outlet kita tidak pernah dilihat bersama bisnis di sekitarnya. Area yang belum tergarap sulit terlihat.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64992" y="16002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364992" y="1600200"/>
            <a:ext cx="2651760" cy="73152"/>
          </a:xfrm>
          <a:prstGeom prst="rect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593592" y="1920240"/>
            <a:ext cx="548640" cy="548640"/>
          </a:xfrm>
          <a:prstGeom prst="ellipse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9359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593592" y="26517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 sendiri-sendiri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3593592" y="33832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sales mencari dengan caranya sendiri. Tidak ada nilai yang menunjukkan mana yang paling layak dihubungi dulu.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81344" y="16002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181344" y="1600200"/>
            <a:ext cx="2651760" cy="73152"/>
          </a:xfrm>
          <a:prstGeom prst="rect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9944" y="1920240"/>
            <a:ext cx="548640" cy="548640"/>
          </a:xfrm>
          <a:prstGeom prst="ellipse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9944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409944" y="26517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 dobel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409944" y="33832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Rekan lain mungkin sudah menghubungi orang yang sama, dan tidak ada catatan bersama.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8997696" y="16002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997696" y="1600200"/>
            <a:ext cx="2651760" cy="73152"/>
          </a:xfrm>
          <a:prstGeom prst="rect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226296" y="1920240"/>
            <a:ext cx="548640" cy="54864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2629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9226296" y="26517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Hasil tidak terukur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9226296" y="33832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Manajemen tidak punya angka: berapa calon per outlet, berapa yang jadi, berapa biayanya.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914400" y="502920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“Di mana merchant Hitachi POS berikutnya? Hari ini jawabannya ada di tebakan. Dengan POS Merchant Hunter, jawabannya ada di peta.”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SOLUSI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Solusinya: satu aplikasi, tiga langkah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35680" cy="35661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22960" y="26060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Temukan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3154680"/>
            <a:ext cx="2987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menampilkan semua outlet dan bisnis di sekitarnya, paling jauh 2 km. Pencarian berjalan otomatis tiap malam.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312920" y="1554480"/>
            <a:ext cx="3535680" cy="35661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87240" y="182880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872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587240" y="26060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Nilai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87240" y="3154680"/>
            <a:ext cx="2987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calon diberi skor 0 sampai 100 beserta alasannya, jadi sales tahu siapa yang dihubungi lebih dulu.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077200" y="1554480"/>
            <a:ext cx="3535680" cy="35661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351520" y="182880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515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351520" y="26060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Hubungi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8351520" y="3154680"/>
            <a:ext cx="2987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klik membuka WhatsApp dengan pesan yang sudah terisi. Hasilnya dicatat otomatis di pipeline.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8640" y="544068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22960" y="5440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Semuanya ada di satu tempat dan bisa dilihat bersama oleh tim: peta, skor, pipeline, rute kunjungan, dasbor, dan laporan.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SOLUSI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Satu hari bersama aplikasi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16002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Malam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7724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01.00 WIB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283464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mencari bisnis baru di sekitar outlet secara otomatis.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127248" y="1874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3364992" y="160020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364992" y="16002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0F7A6E"/>
          </a:solidFill>
          <a:ln w="12700">
            <a:solidFill>
              <a:srgbClr val="0F7A6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93592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Pagi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3593592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 peta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593592" y="283464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melihat calon paling menarik dan area yang belum tergarap.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0" y="1874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6181344" y="160020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181344" y="16002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9944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Siang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6409944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09944" y="283464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 lewat WhatsApp. Aplikasi mencatat siapa dan kapan.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759952" y="1874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7"/>
          <p:cNvSpPr/>
          <p:nvPr/>
        </p:nvSpPr>
        <p:spPr>
          <a:xfrm>
            <a:off x="8997696" y="160020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997696" y="16002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26296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Sore</a:t>
            </a:r>
            <a:endParaRPr lang="en-US" sz="2400" dirty="0"/>
          </a:p>
        </p:txBody>
      </p:sp>
      <p:sp>
        <p:nvSpPr>
          <p:cNvPr id="33" name="Text 30"/>
          <p:cNvSpPr/>
          <p:nvPr/>
        </p:nvSpPr>
        <p:spPr>
          <a:xfrm>
            <a:off x="9226296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226296" y="283464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Atasan melihat dasbor dan hasil tim hari itu.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54864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822960" y="5486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tidak pernah menunggu pihak ketiga: pencarian sudah dikerjakan malam sebelumnya.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RINGKASAN PRD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PRD dalam satu halaman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1554480"/>
            <a:ext cx="3566160" cy="73152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Untuk siapa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22960" y="24231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peran: “manajemen” (kepala cabang, manajer sales, analis)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akun, hak sama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aktivitas tercatat: siapa, kapan, apa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297680" y="15544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297680" y="1554480"/>
            <a:ext cx="3566160" cy="73152"/>
          </a:xfrm>
          <a:prstGeom prst="rect">
            <a:avLst/>
          </a:prstGeom>
          <a:solidFill>
            <a:srgbClr val="0F7A6E"/>
          </a:solidFill>
          <a:ln w="12700">
            <a:solidFill>
              <a:srgbClr val="0F7A6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yang dibangun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4572000" y="24231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3D outlet dan prospek (radius 2 km)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 0–100 dengan alasan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Pipeline, WhatsApp, rute kunjungan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Dasbor, laporan CSV/Excel, estimasi biaya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otomatis tiap malam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8046720" y="15544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46720" y="1554480"/>
            <a:ext cx="3566160" cy="73152"/>
          </a:xfrm>
          <a:prstGeom prst="rect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 kerja data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8321040" y="24231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(gratis), simulasi (demo), Google (opsional)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outlet dummy di 38 provinsi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simulasi selalu berlabel “Simulasi”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Outlet asli masuk lewat impor CSV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RINGKASAN PRD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Seperti apa “berhasil” di pilot 90 hari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25</a:t>
            </a:r>
            <a:endParaRPr lang="en-US" sz="4600" dirty="0"/>
          </a:p>
        </p:txBody>
      </p:sp>
      <p:sp>
        <p:nvSpPr>
          <p:cNvPr id="14" name="Text 11"/>
          <p:cNvSpPr/>
          <p:nvPr/>
        </p:nvSpPr>
        <p:spPr>
          <a:xfrm>
            <a:off x="822960" y="2743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aktif per outlet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768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57200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−50%</a:t>
            </a:r>
            <a:endParaRPr lang="en-US" sz="4600" dirty="0"/>
          </a:p>
        </p:txBody>
      </p:sp>
      <p:sp>
        <p:nvSpPr>
          <p:cNvPr id="17" name="Text 14"/>
          <p:cNvSpPr/>
          <p:nvPr/>
        </p:nvSpPr>
        <p:spPr>
          <a:xfrm>
            <a:off x="4572000" y="2743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riset sales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04672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32104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20" name="Text 17"/>
          <p:cNvSpPr/>
          <p:nvPr/>
        </p:nvSpPr>
        <p:spPr>
          <a:xfrm>
            <a:off x="8321040" y="2743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 ganda tanpa peringatan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22960" y="39319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3%</a:t>
            </a:r>
            <a:endParaRPr lang="en-US" sz="4600" dirty="0"/>
          </a:p>
        </p:txBody>
      </p:sp>
      <p:sp>
        <p:nvSpPr>
          <p:cNvPr id="23" name="Text 20"/>
          <p:cNvSpPr/>
          <p:nvPr/>
        </p:nvSpPr>
        <p:spPr>
          <a:xfrm>
            <a:off x="82296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Dihubungi → Deal (asumsi awal)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97680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572000" y="39319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4600" dirty="0"/>
          </a:p>
        </p:txBody>
      </p:sp>
      <p:sp>
        <p:nvSpPr>
          <p:cNvPr id="26" name="Text 23"/>
          <p:cNvSpPr/>
          <p:nvPr/>
        </p:nvSpPr>
        <p:spPr>
          <a:xfrm>
            <a:off x="457200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data dengan OpenStreetMap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046720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321040" y="39319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80%</a:t>
            </a:r>
            <a:endParaRPr lang="en-US" sz="4600" dirty="0"/>
          </a:p>
        </p:txBody>
      </p:sp>
      <p:sp>
        <p:nvSpPr>
          <p:cNvPr id="29" name="Text 26"/>
          <p:cNvSpPr/>
          <p:nvPr/>
        </p:nvSpPr>
        <p:spPr>
          <a:xfrm>
            <a:off x="832104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aktif tiap minggu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8640" y="59436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angka dibaca langsung dari Dasbor dan halaman Estimasi Dampak &amp; Biaya. Sumber: docs/PRD.md §2.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RINGKASAN PRD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Batas versi 1 dan risikonya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Termasuk v1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229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banyak akun, satu peran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3D dan intro globe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Skor, kartu prospek, WhatsApp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Kanban dan tabel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Rute kunjungan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Dasbor, laporan, estimasi biaya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data dan pencarian malam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297680" y="155448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57200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termasuk v1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57200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Terhubung langsung ke database Hitachi POS (v1: impor CSV)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 WhatsApp otomatis atau massal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peran dan hak akses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mobile native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Prediksi berbasis ML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046720" y="155448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3210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Risiko dan jawabannya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32104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Lisensi Google → hanya place_id disimpan, Google nonaktif bawaan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Batas layanan gratis → antrean, cache, data simulasi cadangan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OSM tipis → ditampilkan apa adanya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WhatsApp → jeda kontak, opt-out, tanpa kirim otomatis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UU PDP → data bisnis publik, tinjau legal dulu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CARA KAMI MEMBANGUN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Spec-first, diorkestrasi Claude Code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463040" y="1828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PROMPT.md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77240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spesifikasi lengkap: konteks, aturan keras, stack, fitur, urutan build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005072" y="224028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4297680" y="16002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26280" y="182880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26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212080" y="1828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Dokumen dulu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526280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TRD, skema DB, kontrak API, rencana, tes (tag v0.1-docs)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754112" y="224028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8046720" y="16002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275320" y="182880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961120" y="1828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dokumen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275320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read-only menemukan 19 masalah sebelum kode ditulis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48640" y="379476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7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1463040" y="4023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paralel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777240" y="46634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 penulis di git worktree terpisah; orkestrator menggabung dan menguji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4005072" y="4434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4297680" y="379476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4526280" y="402336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8" name="Text 35"/>
          <p:cNvSpPr/>
          <p:nvPr/>
        </p:nvSpPr>
        <p:spPr>
          <a:xfrm>
            <a:off x="5212080" y="4023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dan keamanan</a:t>
            </a:r>
            <a:endParaRPr lang="en-US" sz="1700" dirty="0"/>
          </a:p>
        </p:txBody>
      </p:sp>
      <p:sp>
        <p:nvSpPr>
          <p:cNvPr id="39" name="Text 36"/>
          <p:cNvSpPr/>
          <p:nvPr/>
        </p:nvSpPr>
        <p:spPr>
          <a:xfrm>
            <a:off x="4526280" y="46634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kode, uji performa, QA browser, audit keamanan, refactoring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7754112" y="4434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1" name="Shape 38"/>
          <p:cNvSpPr/>
          <p:nvPr/>
        </p:nvSpPr>
        <p:spPr>
          <a:xfrm>
            <a:off x="8046720" y="379476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275320" y="402336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2753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44" name="Text 41"/>
          <p:cNvSpPr/>
          <p:nvPr/>
        </p:nvSpPr>
        <p:spPr>
          <a:xfrm>
            <a:off x="8961120" y="4023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Rilis</a:t>
            </a:r>
            <a:endParaRPr lang="en-US" sz="1700" dirty="0"/>
          </a:p>
        </p:txBody>
      </p:sp>
      <p:sp>
        <p:nvSpPr>
          <p:cNvPr id="45" name="Text 42"/>
          <p:cNvSpPr/>
          <p:nvPr/>
        </p:nvSpPr>
        <p:spPr>
          <a:xfrm>
            <a:off x="8275320" y="46634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README, panduan, tag v1.0.0, pemindaian secret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slide berikut menampilkan bukti asli dari repo.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BUKTI PROSES 1/5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Prompt: spesifikasi master yang kami tulis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484632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ev-promp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4754880" cy="4160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5824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PROMPT.md (baris 1–25).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58368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yang kami tulis di prompt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583680" y="196596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Peran: engineer senior sekaligus orkestrator tim subagen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Konteks: tema wajib, tenggat, lima hal yang dikumpulkan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keras: data dummy, tanpa secret, badge “Simulasi”, kepatuhan Google Places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Stack, 9 kelompok fitur, urutan build, strategi tes, alur git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“Jangan klaim sudah jalan sebelum diverifikasi”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583680" y="498348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6812280" y="50292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Tiap sesi baru cukup berkata: “Baca PROMPT.md dan kerjakan Sesi N”.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BUKTI PROSES 2/5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Dari prompt ke PRD dan dokumen pendukung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6400800" cy="4458919"/>
          </a:xfrm>
          <a:prstGeom prst="roundRect">
            <a:avLst>
              <a:gd name="adj" fmla="val 1230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ev-pr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309360" cy="436747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6031687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docs/PRD.md §1–§2.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722376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Dokumen yang dihasilkan di Sesi 1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7223760" y="1965960"/>
            <a:ext cx="43891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360920" y="19659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9326880" y="196596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masalah, metrik, user story, adopsi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7223760" y="2532888"/>
            <a:ext cx="43891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360920" y="2532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TRD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326880" y="2532888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teknis, lisensi data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7223760" y="3099816"/>
            <a:ext cx="43891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360920" y="30998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DB-SCHEMA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9326880" y="3099816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skema beku, 12 migrasi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7223760" y="3666744"/>
            <a:ext cx="43891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Text 22"/>
          <p:cNvSpPr/>
          <p:nvPr/>
        </p:nvSpPr>
        <p:spPr>
          <a:xfrm>
            <a:off x="7360920" y="366674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9326880" y="3666744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kontrak API dan tipe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7223760" y="4233672"/>
            <a:ext cx="43891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7360920" y="4233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9326880" y="4233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lapisan dan alur data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7223760" y="4800600"/>
            <a:ext cx="43891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2" name="Text 28"/>
          <p:cNvSpPr/>
          <p:nvPr/>
        </p:nvSpPr>
        <p:spPr>
          <a:xfrm>
            <a:off x="7360920" y="48006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IMPLEMENTATION-PLAN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9326880" y="480060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milestone, agen, kepemilikan berkas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7223760" y="5367528"/>
            <a:ext cx="43891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7360920" y="5367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TEST-PLAN · GIT-WORKFLOW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9326880" y="5367528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 tes, branch, PR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7223760" y="5989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docs/: 15 berkas, ±2.100 baris.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BUKTI PROSES 3/5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Subagen: siapa mengerjakan apa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6858000" cy="4380687"/>
          </a:xfrm>
          <a:prstGeom prst="roundRect">
            <a:avLst>
              <a:gd name="adj" fmla="val 125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ev-agen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766560" cy="42892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5953455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docs/AGENTS-LOG.md (Sesi 1).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680960" y="146304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18120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18120" y="219456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 kerja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692640" y="146304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9829800" y="1572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9829800" y="21945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tercatat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7680960" y="2834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Pola kerja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7680960" y="329184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Riset dan review: read-only, hasilnya laporan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Penulis kode: maksimal 3 paralel, masing-masing di worktree git sendiri dan menulis tesnya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Orkestrator menggabung, memperbaiki integrasi, menjalankan tes penuh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masalah dicatat, tidak disembunyikan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BUKTI PROSES 4/5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independen sebelum dan sesudah kode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3017520" y="16916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 di dokumen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7240" y="2514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kritis, 11 mayor, 6 minor. Contoh kritis: “white space” mustahil dihitung; nomor simulasi bisa di-WhatsApp. Diperbaiki sebelum kode ditulis.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26480" y="15544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3550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9 · 14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595360" y="16916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backend (bug · mayor · minor)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55080" y="2514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bug error 500, indeks database, cache pengaturan, balapan batas kontak, ekspor CSV lambat.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374904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3886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14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3017520" y="38862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di browser (mayor · minor)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77240" y="4709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bug kritis. Panel filter ponsel, label Inggris, “0 hari lalu”: diperbaiki dan diberi tes.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26480" y="374904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355080" y="3886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· 2 · 8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8595360" y="38862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keamanan (kritis · mayor · minor)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55080" y="4709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CSP kini aktif. Pemindaian secret di seluruh riwayat git: 0 temuan.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59436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refactoring terukur: ekspor CSV 0,80 → 0,08 detik (10× lebih cepat); bundel awal 525 → 284 kB (−46%).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BUKTI PROSES 5/5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Riwayat git: cabang, merge, dan tag rilis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5943600" cy="4665878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ev-gi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852160" cy="45744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623864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asli `git log --graph --oneline`.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85800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Rilis bertanda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6858000" y="2084832"/>
            <a:ext cx="256032" cy="256032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86016" y="2359152"/>
            <a:ext cx="0" cy="548640"/>
          </a:xfrm>
          <a:prstGeom prst="line">
            <a:avLst/>
          </a:prstGeom>
          <a:noFill/>
          <a:ln w="19050">
            <a:solidFill>
              <a:srgbClr val="DAD3C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315200" y="2011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v0.1-docs 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Okt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7315200" y="2304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TRD, arsitektur, kontrak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858000" y="2862072"/>
            <a:ext cx="256032" cy="256032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986016" y="3136392"/>
            <a:ext cx="0" cy="548640"/>
          </a:xfrm>
          <a:prstGeom prst="line">
            <a:avLst/>
          </a:prstGeom>
          <a:noFill/>
          <a:ln w="19050">
            <a:solidFill>
              <a:srgbClr val="DAD3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315200" y="2788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v0.2-backend 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Okt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315200" y="3081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provider, scheduler, domain, design system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858000" y="3639312"/>
            <a:ext cx="256032" cy="256032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86016" y="3913632"/>
            <a:ext cx="0" cy="548640"/>
          </a:xfrm>
          <a:prstGeom prst="line">
            <a:avLst/>
          </a:prstGeom>
          <a:noFill/>
          <a:ln w="19050">
            <a:solidFill>
              <a:srgbClr val="DAD3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315200" y="3566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v0.3-app 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Okt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731520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peta, pipeline, dasbor, E2E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858000" y="4416552"/>
            <a:ext cx="256032" cy="256032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31520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v1.0.0 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Okt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7315200" y="46360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refactor, QA, README, slide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548640" y="52578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2" name="Text 28"/>
          <p:cNvSpPr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commit per 27 Okt 2026. Setelah v1.0.0: peta terang, halaman Laporan, dua bahasa ID/EN.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APLIKASI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Peta: semua calon dalam satu pandangan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740664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1-pet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315200" cy="4572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Tangkapan layar aplikasi. Data pada gambar adalah data contoh.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2296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 membaca peta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8229600" y="20025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21040" y="2093976"/>
            <a:ext cx="128016" cy="12801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68680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putih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686800" y="2240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Outlet Hitachi POS yang sudah ada.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0" y="2660904"/>
            <a:ext cx="310896" cy="310896"/>
          </a:xfrm>
          <a:prstGeom prst="ellipse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86800" y="2624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Merah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8686800" y="2898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Bidik Utama: calon paling menarik.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229600" y="3319272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686800" y="3282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Kuning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8686800" y="35570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Menjanjikan: layak dicoba.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8229600" y="3977640"/>
            <a:ext cx="310896" cy="310896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686800" y="39410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Hijau tosca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8686800" y="42153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Berpotensi: peluang sedang.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229600" y="4636008"/>
            <a:ext cx="310896" cy="310896"/>
          </a:xfrm>
          <a:prstGeom prst="ellipse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686800" y="45994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Abu-abu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8686800" y="4873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Pantau: prioritas rendah.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8229600" y="53492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Mode: Prospek · Heatmap · White Space · Cakupan 2 km. Ctrl/Cmd+K membuka pencarian cepat.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APLIKASI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Klik satu titik, lihat kartunya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7040880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3-drawe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949440" cy="4343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272065" y="214884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272065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75132" y="258318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675132" y="2583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675132" y="5102352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75132" y="5102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kartu prospek (data simulasi, berlabel “Simulasi”).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863840" y="155448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092440" y="178308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0924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8732520" y="1755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Skor</a:t>
            </a:r>
            <a:endParaRPr lang="en-US" sz="1700" dirty="0"/>
          </a:p>
        </p:txBody>
      </p:sp>
      <p:sp>
        <p:nvSpPr>
          <p:cNvPr id="25" name="Text 21"/>
          <p:cNvSpPr/>
          <p:nvPr/>
        </p:nvSpPr>
        <p:spPr>
          <a:xfrm>
            <a:off x="8092440" y="23042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0 sampai 100. Makin tinggi, makin layak dihubungi.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863840" y="306324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092440" y="329184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92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732520" y="32644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Alasan skor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8092440" y="381304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faktor yang membuat skor naik atau turun, lengkap dengan angkanya.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7863840" y="457200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092440" y="480060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809244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8732520" y="47731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</a:t>
            </a:r>
            <a:endParaRPr lang="en-US" sz="1700" dirty="0"/>
          </a:p>
        </p:txBody>
      </p:sp>
      <p:sp>
        <p:nvSpPr>
          <p:cNvPr id="35" name="Text 31"/>
          <p:cNvSpPr/>
          <p:nvPr/>
        </p:nvSpPr>
        <p:spPr>
          <a:xfrm>
            <a:off x="8092440" y="53218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Telepon, alamat, rating. Geser ke bawah untuk tombol WhatsApp.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APLIKASI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 membaca skor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1554480"/>
            <a:ext cx="109728" cy="1737360"/>
          </a:xfrm>
          <a:prstGeom prst="rect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645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Bidik Utama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68680" y="2057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35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– 100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6868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lebih dulu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364992" y="1554480"/>
            <a:ext cx="109728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85032" y="1645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Menjanjikan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685032" y="2057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 – 74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3685032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Layak dicoba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181344" y="1554480"/>
            <a:ext cx="109728" cy="173736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1645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Berpotensi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501384" y="2057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9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– 54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501384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Jika ada waktu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997696" y="1554480"/>
            <a:ext cx="109728" cy="1737360"/>
          </a:xfrm>
          <a:prstGeom prst="rect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17736" y="1645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9317736" y="2057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B7F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– 34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9317736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rendah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4864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Skor dihitung dari 6 hal (total 100 poin)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416052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7724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Kecocokan jenis usaha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926080" y="416052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poin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4297680" y="416052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452628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dan ulasan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675120" y="416052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poin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8046720" y="416052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827532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Dekat outlet kita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10424160" y="416052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poin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548640" y="507492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777240" y="50749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yang ramai</a:t>
            </a:r>
            <a:endParaRPr lang="en-US" sz="1350" dirty="0"/>
          </a:p>
        </p:txBody>
      </p:sp>
      <p:sp>
        <p:nvSpPr>
          <p:cNvPr id="44" name="Text 41"/>
          <p:cNvSpPr/>
          <p:nvPr/>
        </p:nvSpPr>
        <p:spPr>
          <a:xfrm>
            <a:off x="2926080" y="507492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poin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4297680" y="507492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4526280" y="50749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buka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6675120" y="507492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poin</a:t>
            </a:r>
            <a:endParaRPr lang="en-US" sz="1500" dirty="0"/>
          </a:p>
        </p:txBody>
      </p:sp>
      <p:sp>
        <p:nvSpPr>
          <p:cNvPr id="48" name="Shape 45"/>
          <p:cNvSpPr/>
          <p:nvPr/>
        </p:nvSpPr>
        <p:spPr>
          <a:xfrm>
            <a:off x="8046720" y="507492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8275320" y="50749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 lengkap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10424160" y="507492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poin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APLIKASI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Menghubungi dengan sopan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22960" y="26060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Pesan sudah terisi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3154680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per kategori, bisa diedit sebelum dikirim. Tombol aktif hanya bila ada nomor.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312920" y="155448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87240" y="182880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872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587240" y="26060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Cegah kontak dobel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87240" y="3154680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Muncul bila rekan sudah menghubungi dalam 7 hari terakhir: siapa dan kapan.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077200" y="155448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351520" y="182880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515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351520" y="26060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Jangan hubungi lagi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8351520" y="3154680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Tandai calon yang menolak. Tombol WhatsApp-nya hilang permanen.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8640" y="480060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22960" y="4846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2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hari</a:t>
            </a:r>
            <a:endParaRPr lang="en-US" sz="3200" dirty="0"/>
          </a:p>
        </p:txBody>
      </p:sp>
      <p:sp>
        <p:nvSpPr>
          <p:cNvPr id="29" name="Text 26"/>
          <p:cNvSpPr/>
          <p:nvPr/>
        </p:nvSpPr>
        <p:spPr>
          <a:xfrm>
            <a:off x="822960" y="54406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jeda minimal antara dua kontak ke calon yang sama (bisa diatur admin)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297680" y="4800600"/>
            <a:ext cx="7315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4572000" y="48920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data bisnis yang dipublikasikan sumbernya; sumber ditampilkan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pengiriman otomatis atau massal: manusia yang menekan kirim di WhatsApp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Pesan menyebut pengirim dan memberi jalan keluar “balas STOP”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APLIKASI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 perjalanan tiap calon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740664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4-kanba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315200" cy="4572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→ Dihubungi → Demo → Deal / Ditolak. Status pada data demo diatur manual untuk ilustrasi.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229600" y="14630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Seret kartu ke kolom baru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8229600" y="1965960"/>
            <a:ext cx="34290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mencatat siapa yang memindahkan dan kapan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Tersedia tampilan tabel dan aksi massal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Alasan penolakan terstandar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Peringatan bila calon sudah dihubungi rekan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“jangan hubungi lagi” tidak muncul di rekomendasi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APLIKASI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 kunjungan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6766560" cy="4263390"/>
          </a:xfrm>
          <a:prstGeom prst="roundRect">
            <a:avLst>
              <a:gd name="adj" fmla="val 128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7-ru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675120" cy="41719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583615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Perencana rute dengan urutan, jarak total, dan tombol Google Maps.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589520" y="155448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18120" y="178308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181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8458200" y="17556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Pilih calon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7818120" y="23042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Centang 2 sampai 30 calon di peta atau di tabel.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589520" y="306324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818120" y="329184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8181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845820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7818120" y="38130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mengurutkan agar perjalanan paling pendek.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7589520" y="457200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7818120" y="480060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1812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458200" y="47731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Buka di Maps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7818120" y="53218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tombol membuka Google Maps, lalu ikuti petunjuk arah.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APLIKASI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Angka untuk manajemen: dasbor dan laporan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" y="141732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5-dashboar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120640" cy="3200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17920" y="141732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5" name="Image 1" descr="/private/tmp/claude-501/-Users-zian-Documents-PROJECT-pos-merchant-hunter/74e6d19c-bc11-4bab-b5fe-c20c3ce98a31/scratchpad/jpg/07-lapora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63040"/>
            <a:ext cx="5120640" cy="32004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8640" y="4846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Dasbor: KPI, funnel, penetrasi per provinsi, kesehatan pencarian malam (data demo).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263640" y="4846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Laporan: tabel lengkap, urut dan saring, unduh CSV atau Excel sesuai filter.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22960" y="5486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Estimasi Dampak &amp; Biaya membandingkan Google Places berbayar dengan OpenStreetMap Rp0. Semua asumsi bisa diedit.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ARSITEKTUR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Arsitektur sederhana, bisa jalan offline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4592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0F7A6E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1755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 (Vue 3 + Inertia)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31520" y="2176272"/>
            <a:ext cx="2926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MapLibre GL dan deck.gl untuk peta 3D, Tailwind, TypeScript. Bahasa Indonesia dan English.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34840" y="164592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617720" y="1755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Laravel 12 (PHP 8.2)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617720" y="2176272"/>
            <a:ext cx="2926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→ Action → Service. Login, rate limit, CSP. Satu peran, banyak akun.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321040" y="164592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66A0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503920" y="1755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503920" y="2176272"/>
            <a:ext cx="2926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bawaan, kompatibel MySQL dan PostgreSQL. Jarak dihitung dengan bounding box dan haversine.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2918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31520" y="39959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Keamanan dan kepatuhan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31520" y="4416552"/>
            <a:ext cx="29260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terenkripsi, CSRF, CSP aktif, tanpa secret di git, badge Simulasi, hanya place_id Google yang disimpan.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434840" y="3886200"/>
            <a:ext cx="32918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0F8B7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617720" y="39959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Pencarian malam 01.00 WIB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4617720" y="4416552"/>
            <a:ext cx="29260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outlet: cari, hilangkan duplikat, deteksi baru buka dan tutup, ulangi bila gagal, catat riwayat.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321040" y="3886200"/>
            <a:ext cx="32918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5B6B8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503920" y="39959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Sumber data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503920" y="4416552"/>
            <a:ext cx="29260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Overpass (Rp0), MockProvider (simulasi, offline), Google Places (opsional, nonaktif bawaan), Nominatim untuk alamat.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3840480" y="237744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7726680" y="237744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5897880" y="3474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726680" y="461772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MUTU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Hasil tes dan hal yang belum teruji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85800" y="166420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455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8580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backend (Pest)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83280" y="155448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520440" y="166420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299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352044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frontend (Vitest)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217920" y="155448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55080" y="166420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635508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E2E, aksesibilitas, keamanan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052560" y="155448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189720" y="166420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23" name="Text 20"/>
          <p:cNvSpPr/>
          <p:nvPr/>
        </p:nvSpPr>
        <p:spPr>
          <a:xfrm>
            <a:off x="918972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terdeteksi di riwayat git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544068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Sudah diverifikasi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777240" y="3520440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memuat 14,6 ribu titik dalam ±3 detik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Aksesibilitas (axe) di 12 halaman: tanpa pelanggaran serius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Maksimal 7 query per request, tanpa N+1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Lint, format, dan build produksi hijau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dari clone bersih mengikuti README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172200" y="2926080"/>
            <a:ext cx="544068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9525">
            <a:solidFill>
              <a:srgbClr val="A66A0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teruji (kami akui)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400800" y="3520440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Kecepatan peta di GPU nyata (diukur di rasterisasi CPU)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nyata ke Overpass dan Google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dan PostgreSQL (baru SQLite)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Safari, Firefox, pembaca layar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baris backend dan job CI GitHub Actions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RENCANA ADOPSI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8 minggu di 1–2 provinsi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011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Siapkan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822960" y="2606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 CSV outlet asli, cek geocoding, sepakati kebijakan retensi dengan legal.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096512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42976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57200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1–6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572000" y="2011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Jalankan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4572000" y="2606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malam berjalan, sales memakai harian, metrik ditinjau tiap minggu.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845552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19"/>
          <p:cNvSpPr/>
          <p:nvPr/>
        </p:nvSpPr>
        <p:spPr>
          <a:xfrm>
            <a:off x="804672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32104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7–8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321040" y="2011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Putuskan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321040" y="2606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Evaluasi terhadap metrik, lalu keputusan perluasan.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1148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7724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Skala pilot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77724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outlet, 4–6 akun manajemen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server kecil (2 vCPU, 4 GB), HTTPS internal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lewat VPN atau SSO kantor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172200" y="41148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0080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outlet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640080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pilot: ekspor CSV dari Hitachi POS lalu impor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pernah mengakses database POS langsung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atribut minimum: nama, alamat, koordinat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RENCANA ADOPSI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data dan nilai yang diukur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9525">
            <a:solidFill>
              <a:srgbClr val="0F8B7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data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22960" y="21488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82296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OpenStreetMap dan data simulasi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361188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Places opsional dan nonaktif bawaan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dinyalakan penuh: ±4.900 panggilan pencarian dan ±950 detail per bulan (190 outlet, sync mingguan)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di kota pilot: biaya turun ±90%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 diisi sendiri di kalkulator, bukan klaim harga resmi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44652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Nilai yang diukur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446520" y="2331720"/>
            <a:ext cx="365760" cy="365760"/>
          </a:xfrm>
          <a:prstGeom prst="ellipse">
            <a:avLst/>
          </a:prstGeom>
          <a:solidFill>
            <a:srgbClr val="0F7A6E"/>
          </a:solidFill>
          <a:ln w="12700">
            <a:solidFill>
              <a:srgbClr val="0F7A6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4652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995160" y="22860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per outlet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995160" y="25877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ditemukan, aktif, dan panas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446520" y="3063240"/>
            <a:ext cx="365760" cy="365760"/>
          </a:xfrm>
          <a:prstGeom prst="ellipse">
            <a:avLst/>
          </a:prstGeom>
          <a:solidFill>
            <a:srgbClr val="0F7A6E"/>
          </a:solidFill>
          <a:ln w="12700">
            <a:solidFill>
              <a:srgbClr val="0F7A6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652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995160" y="3017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 riset sales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995160" y="33192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survei vs sesudah pilot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446520" y="3794760"/>
            <a:ext cx="365760" cy="365760"/>
          </a:xfrm>
          <a:prstGeom prst="ellipse">
            <a:avLst/>
          </a:prstGeom>
          <a:solidFill>
            <a:srgbClr val="0F7A6E"/>
          </a:solidFill>
          <a:ln w="12700">
            <a:solidFill>
              <a:srgbClr val="0F7A6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4652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995160" y="37490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Konversi per tahap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995160" y="40507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Dihubungi → Demo → Deal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446520" y="4526280"/>
            <a:ext cx="365760" cy="365760"/>
          </a:xfrm>
          <a:prstGeom prst="ellipse">
            <a:avLst/>
          </a:prstGeom>
          <a:solidFill>
            <a:srgbClr val="0F7A6E"/>
          </a:solidFill>
          <a:ln w="12700">
            <a:solidFill>
              <a:srgbClr val="0F7A6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46520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995160" y="4480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Penetrasi provinsi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995160" y="47823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dibagi calon aktif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446520" y="5257800"/>
            <a:ext cx="365760" cy="365760"/>
          </a:xfrm>
          <a:prstGeom prst="ellipse">
            <a:avLst/>
          </a:prstGeom>
          <a:solidFill>
            <a:srgbClr val="0F7A6E"/>
          </a:solidFill>
          <a:ln w="12700">
            <a:solidFill>
              <a:srgbClr val="0F7A6E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46520" y="5257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995160" y="5212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per calon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6995160" y="55138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Google dipakai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LANGKAH BERIKUTNYA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Permintaan kami dan peta jalannya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Keputusan yang diminta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508760" y="22402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Setujui pilot 1–2 provinsi selama 6–8 minggu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22960" y="324612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508760" y="31546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Tunjuk PIC data untuk ekspor CSV outlet asli dari Hitachi POS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416052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508760" y="40690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Jadwalkan tinjauan legal (UU PDP dan retensi data)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508760" y="49834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Tunjuk 2 sales sebagai pengguna awal dan sediakan server kecil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17920" y="155448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92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Peta jalan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492240" y="23317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863840" y="23317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outlet asli lewat CSV, ukur metrik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92240" y="32461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Pasca-pilot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7863840" y="32461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sinkronisasi terautentikasi dari Hitachi POS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92240" y="41605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Lanjutan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863840" y="41605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berbeda, SSO, perluasan provinsi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922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Opsional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863840" y="50749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Places terbatas di wilayah pilot untuk melengkapi rating dan telepon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TANYA JAWAB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Pertanyaan yang mungkin muncul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087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Apakah data di demo asli?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77240" y="20116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Tidak. Outlet adalah 190 data dummy dan rating/telepon berlabel “Simulasi”. Pilot memakai outlet asli lewat CSV dan data bisnis publik OSM.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26480" y="15087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35508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Apakah WhatsApp terkirim otomatis?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355080" y="20116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Tidak. Aplikasi hanya membuka WhatsApp dengan pesan terisi; manusia yang menekan kirim, dan kontak dicatat.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Berapa biaya data?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77240" y="3520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Rp0 dengan OpenStreetMap. Google bersifat opsional, nonaktif bawaan, dan biayanya bisa dihitung di kalkulator.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126480" y="30175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35508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Apakah menyentuh database Hitachi POS?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355080" y="3520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Tidak. Hanya impor CSV berisi nama, alamat, koordinat. Tidak ada kode atau aset dari proyek Hitachi POS asli.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45262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yang belum teruji?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77240" y="50292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Kecepatan di GPU nyata, pencarian nyata ke Overpass/Google, dan MySQL/PostgreSQL. Daftarnya ada di TEST-REPORT.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126480" y="45262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35508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Berapa lama sampai pilot?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355080" y="50292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sudah siap didemo. Tinggal data outlet asli dan tinjauan legal sebelum minggu 0.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2926080" cy="292608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REPO DAN DOKUMENTASI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0350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Semua kode dan dokumen ada di GitHub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8" name="Text 6">
            <a:hlinkClick r:id="rId1" tooltip="Ke sampul" action="ppaction://hlinksldjump"/>
          </p:cNvPr>
          <p:cNvSpPr/>
          <p:nvPr/>
        </p:nvSpPr>
        <p:spPr>
          <a:xfrm>
            <a:off x="548640" y="6492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 sampu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 Merchant Hunter</a:t>
            </a:r>
            <a:endParaRPr lang="en-US" sz="900" dirty="0"/>
          </a:p>
        </p:txBody>
      </p:sp>
      <p:sp>
        <p:nvSpPr>
          <p:cNvPr id="9" name="Text 7">
            <a:hlinkClick r:id="rId2" tooltip="Ke agenda" action="ppaction://hlinksldjump"/>
          </p:cNvPr>
          <p:cNvSpPr/>
          <p:nvPr/>
        </p:nvSpPr>
        <p:spPr>
          <a:xfrm>
            <a:off x="8716975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F7A6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 agen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Agenda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997135" y="64922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4213D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 GITHUB</a:t>
            </a:r>
            <a:endParaRPr lang="en-US" sz="1100" dirty="0"/>
          </a:p>
        </p:txBody>
      </p:sp>
      <p:sp>
        <p:nvSpPr>
          <p:cNvPr id="14" name="Text 11">
            <a:hlinkClick r:id="rId3" tooltip="Buka repo"/>
          </p:cNvPr>
          <p:cNvSpPr/>
          <p:nvPr/>
        </p:nvSpPr>
        <p:spPr>
          <a:xfrm>
            <a:off x="822960" y="19659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invalidUrl="" action="" tgtFrame="" tooltip="Buka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https://github.com/ziancuk/merchant-hunter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2960" y="24688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dari nol: README.md · docs/RUN-GUIDE.md  |  tag rilis: v1.0.0</a:t>
            </a:r>
            <a:endParaRPr lang="en-US" sz="1200" dirty="0"/>
          </a:p>
        </p:txBody>
      </p:sp>
      <p:sp>
        <p:nvSpPr>
          <p:cNvPr id="16" name="Text 13">
            <a:hlinkClick r:id="rId4" tooltip=""/>
          </p:cNvPr>
          <p:cNvSpPr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Seluruh dokumentasi ada di folder docs/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85800" y="352044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PRD.md · TRD.md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794760" y="3520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 dan keputusan teknis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26480" y="352044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263640" y="352044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ARCHITECTURE.md · DB-SCHEMA.md · CONTRACTS.md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372600" y="3520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arsitektur, skema, kontrak API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48640" y="4178808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85800" y="417880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IMPLEMENTATION-PLAN.md · GIT-WORKFLOW.md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794760" y="41788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dan alur git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26480" y="4178808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263640" y="417880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TEST-PLAN.md · TEST-REPORT.md · qa-browser-notes.md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9372600" y="41788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 dan hasil tes, catatan QA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8640" y="4837176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85800" y="483717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DECISIONS.md · REFACTORING.md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3794760" y="483717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(D-xx) dan hasil refactoring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126480" y="4837176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263640" y="483717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AGENTS-LOG.md · pr/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9372600" y="483717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subagen dan catatan PR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48640" y="5495544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85800" y="54955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DESIGN.md · RUN-GUIDE.md · SLIDE-NOTES.md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794760" y="54955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desain, panduan jalan, bahan slide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126480" y="5495544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6263640" y="54955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screenshots/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9372600" y="54955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tangkapan layar aplikasi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486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Terima kasih · Muhamad Fauzian S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 Merchant Hunter - Presentasi Manajemen</dc:title>
  <dc:subject>PptxGenJS Presentation</dc:subject>
  <dc:creator>Muhamad Fauzian S</dc:creator>
  <cp:lastModifiedBy>Muhamad Fauzian S</cp:lastModifiedBy>
  <cp:revision>1</cp:revision>
  <dcterms:created xsi:type="dcterms:W3CDTF">2026-10-27T15:07:20Z</dcterms:created>
  <dcterms:modified xsi:type="dcterms:W3CDTF">2026-10-27T15:07:20Z</dcterms:modified>
</cp:coreProperties>
</file>