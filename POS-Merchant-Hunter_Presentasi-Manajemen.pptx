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6904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"Di mana merchant Hitachi POS berikutnya? Hari ini jawabannya ada di tebakan; dengan POS Merchant Hunter, jawabannya ada di peta."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§1: tidak ada pandangan spasial, pencarian tidak sistematis, tidak ada jejak kontak, tidak ada ukuran nilai.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Temukan, Nilai, Hubungi. Semuanya tercatat dan bisa dilihat bersama oleh 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§2. Konversi 3% adalah asumsi awal yang bisa diubah di kalkulator. Semua angka dibaca dari Dasbor.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§5 dan §8. Risiko: lisensi Google Places (hanya place_id disimpan permanen), batas layanan gratis, data OSM tipis, spam WhatsApp, UU PDP (tinjau legal sebelum pilot).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Alur: PROMPT.md → dokumen (tag v0.1-docs) → review dokumen → build paralel di git worktree → QA dan keamanan → rilis v1.0.0. Stack: Laravel 12, Vue 3 + Inertia, MapLibre + deck.gl, SQLite.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PROMPT.md (baris 1, 3, 5, 15, 18, 25). Bila ingin menambah tangkapan layar sesi Claude Code, tempel di slide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docs/PRD.md §2. 15 berkas di docs/, ±2.100 baris: PRD, TRD, DB-SCHEMA, ARCHITECTURE, CONTRACTS, IMPLEMENTATION-PLAN, TEST-PLAN, GIT-WORKFLOW, dan lainnya.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docs/AGENTS-LOG.md (Sesi 1). Riset dan review read-only; penulis kode maksimal 3 paralel, masing-masing di git worktree sendiri. Log lengkap 4 sesi ada di docs/AGENTS-LOG.md.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asli git log --first-parent. 102 commit per 27 Okt 2026, conventional commits; cabang worktree-agent-* adalah agen paralel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AGENTS-LOG.md, TEST-REPORT.md §6, qa-browser-notes.md. Review dokumen: 2 kritis, 11 mayor, 6 minor (mis. white space mustahil dihitung; nomor simulasi bisa di-WhatsApp). QA browser: 1 mayor, 14 minor. Audit keamanan: 0 kritis, 2 mayor, 8 minor; scan secret seluruh riwayat git 0 temuan. Refactoring: ekspor CSV 0,80 → 0,08 dtk; bundel awal 525 → 284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lewati intro, hover outlet untuk cincin 2 km, filter provinsi dan skor. Mode: Prospek, Heatmap, White Space, Cakupan. Ctrl/Cmd+K membuka pencarian cepat.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Kartu prospek: skor, rincian enam faktor, kontak dan tombol WhatsApp. Data telepon dan rating dari MockProvider selalu berlabel Simulasi.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Skor berbasis aturan (bukan ML), 100 poin: kecocokan jenis usaha 25, rating dan ulasan 20, dekat outlet 15, area ramai 15, baru buka 15, kontak lengkap 10. Bobot kategori bisa diubah di Master Kategori.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§9(c). Hanya tautan wa.me; manusia yang menekan kirim. Pesan menyebut pengirim dan memberi jalan keluar. Jeda 14 hari dan peringatan 7 hari bisa diatur admin. Hanya data bisnis yang dipublikasikan sumbernya.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pipeline pada screenshot diatur pada salinan database demo agar kolom terisi, bukan hasil sinkronisasi nyata. Tersedia tampilan tabel, aksi massal, dan alasan penolakan terstandar.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Rute: nearest-neighbor + 2-opt; tautan Google Maps multi-titik tanpa API key. Pilih 2 sampai 30 calon.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Dasbor: KPI, funnel, penetrasi provinsi, kesehatan pencarian malam. Laporan: tabel lengkap dengan unduh CSV/Excel sesuai filter. Halaman Estimasi Dampak &amp; Biaya membandingkan Google Places berbayar dengan OpenStreetMap Rp0; semua asumsi bisa diedit.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TEST-REPORT.md (25 Okt 2026, dijalankan ulang di commit akhir sesi 4). Setelah itu ditambah fitur i18n/Laporan; jalankan composer ci sebelum klaim angka terbaru. Sudah: 14,6 rb titik ±3 dtk, aksesibilitas axe 12 halaman, 0 secret. Belum: FPS GPU nyata, sync nyata Overpass/Google, MySQL/PostgreSQL, Safari/Firefox.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§9(e). 1–2 provinsi, 10–20 outlet, 4–6 akun manajemen, 1 server kecil (2 vCPU, 4 GB) dengan HTTPS internal, akses lewat VPN/SSO. Data outlet via impor CSV; tidak mengakses database Hitachi POS langsung.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Biaya data Rp0 dengan OpenStreetMap. Google opsional dan nonaktif bawaan; bila dinyalakan penuh ±4.900 panggilan pencarian + ±950 detail per bulan untuk 190 outlet (sync mingguan), turun ±90% bila hanya di kota pilot. Tarif diisi sendiri di kalkulator, bukan klaim harga resmi. Roadmap: pasca-pilot endpoint sinkronisasi dari Hitachi POS, lalu peran berbeda dan 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public. Setup dari nol: README.md dan docs/RUN-GUIDE.md. Tag rilis v1.0.0. Panduan pengguna tersedia sebagai deck terpisah.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iancuk/merchant-hunter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ziancuk/merchant-hunter/tree/main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498080" y="-2011680"/>
            <a:ext cx="6858000" cy="685800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595360" y="-914400"/>
            <a:ext cx="4663440" cy="466344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CLAUDE CODE · HACKTIV8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13232" y="132588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 </a:t>
            </a: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Merchant</a:t>
            </a:r>
            <a:endParaRPr lang="en-US" sz="5800" dirty="0"/>
          </a:p>
          <a:p>
            <a:pPr marL="0" indent="0">
              <a:buNone/>
            </a:pPr>
            <a:r>
              <a:rPr lang="en-US" sz="5800" b="1" dirty="0">
                <a:solidFill>
                  <a:srgbClr val="F2A2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Hunter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822960" cy="54864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52044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E4E9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Temukan calon merchant Hitachi POS berikutnya, langsung di peta.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315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Muhamad Fauzian 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5852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PT Hitachi Channel Solutions Indonesia · Oktober 2026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118872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77800" dist="508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1-pe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80160"/>
            <a:ext cx="5303520" cy="33147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0936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berjalan (data contoh)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sering terjadi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3566160" cy="9144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 sendiri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296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sales mencari dengan caranya sendiri.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29768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297680" y="1645920"/>
            <a:ext cx="3566160" cy="91440"/>
          </a:xfrm>
          <a:prstGeom prst="rect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 ada prioritas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57200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nilai untuk memilih siapa dulu.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04672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046720" y="1645920"/>
            <a:ext cx="3566160" cy="91440"/>
          </a:xfrm>
          <a:prstGeom prst="rect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210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3210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 dobel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32104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Rekan lain mungkin sudah menghubungi.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48640" y="470916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14400" y="47548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“Di mana merchant Hitachi POS berikutnya? Dengan POS Merchant Hunter, jawabannya ada di peta.”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Solusinya: satu aplikasi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173736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Aplikasi yang menemukan, menilai, lalu membantu menghubungi calon merchant.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48640" y="44805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Semuanya di satu tempat, terlihat bersama oleh tim.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212080" y="160020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40680" y="196596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40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0936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Temukan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09360" y="22402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menunjukkan bisnis di sekitar outlet kita, paling jauh 2 km.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212080" y="315468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40680" y="352044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4068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30936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Nilai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0936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calon diberi skor 0 sampai 100 beserta alasannya.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212080" y="470916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440680" y="507492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4068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309360" y="4846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Hubungi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09360" y="5349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klik membuka WhatsApp. Hasilnya dicatat otomatis.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2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4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47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5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5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6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71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7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8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9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PRD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pilot 90 hari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16642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25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82296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aktif per outlet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outlet punya minimal 25 calon unik yang layak dihubungi.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29768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0" y="16642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−50%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457200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riset sales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57200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menyusun daftar kunjungan mingguan turun separuh dari kondisi awal.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4672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321040" y="16642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832104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 ganda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321040" y="28803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calon yang dihubungi dua orang tanpa peringatan di layar.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74904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22960" y="3858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3%</a:t>
            </a:r>
            <a:endParaRPr lang="en-US" sz="4400" dirty="0"/>
          </a:p>
        </p:txBody>
      </p:sp>
      <p:sp>
        <p:nvSpPr>
          <p:cNvPr id="24" name="Text 21"/>
          <p:cNvSpPr/>
          <p:nvPr/>
        </p:nvSpPr>
        <p:spPr>
          <a:xfrm>
            <a:off x="82296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jadi Deal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22960" y="5074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calon yang dihubungi, minimal 3 dari 100 jadi deal (asumsi awal).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297680" y="374904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572000" y="3858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4400" dirty="0"/>
          </a:p>
        </p:txBody>
      </p:sp>
      <p:sp>
        <p:nvSpPr>
          <p:cNvPr id="28" name="Text 25"/>
          <p:cNvSpPr/>
          <p:nvPr/>
        </p:nvSpPr>
        <p:spPr>
          <a:xfrm>
            <a:off x="457200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data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4572000" y="5074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Memakai OpenStreetMap yang gratis. Google hanya opsional.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046720" y="374904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8321040" y="3858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80%</a:t>
            </a:r>
            <a:endParaRPr lang="en-US" sz="4400" dirty="0"/>
          </a:p>
        </p:txBody>
      </p:sp>
      <p:sp>
        <p:nvSpPr>
          <p:cNvPr id="32" name="Text 29"/>
          <p:cNvSpPr/>
          <p:nvPr/>
        </p:nvSpPr>
        <p:spPr>
          <a:xfrm>
            <a:off x="8321040" y="4663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aktif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8321040" y="5074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8 dari 10 akun terdaftar dipakai setiap minggu.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Diukur selama pilot 90 hari dan dibaca langsung dari Dasbor.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4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1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3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648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92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64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3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08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24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96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512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584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656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728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PRD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saja di versi 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3566160" cy="91440"/>
          </a:xfrm>
          <a:prstGeom prst="rect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Termasuk v1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3D dan skor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dan pipeline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Rute kunjungan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 dan laporan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otomatis malam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29768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97680" y="1645920"/>
            <a:ext cx="3566160" cy="91440"/>
          </a:xfrm>
          <a:prstGeom prst="rect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termasuk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57200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Terhubung ke database POS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 WhatsApp otomatis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peran akses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mobile native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4672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46720" y="1645920"/>
            <a:ext cx="3566160" cy="9144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Risiko dijaga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32104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Lisensi data Google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Batas layanan gratis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WhatsApp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Privasi (UU PDP)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MEMBANGUN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Diorkestrasi Claude Code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7724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7724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spesifikasi lengkap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56032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281178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08610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8610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04038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Dokumen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304038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TRD, skema, kontrak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82346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507492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34924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4924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30352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530352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cek sebelum kode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708660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5"/>
          <p:cNvSpPr/>
          <p:nvPr/>
        </p:nvSpPr>
        <p:spPr>
          <a:xfrm>
            <a:off x="733806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61238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61238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756666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400" dirty="0"/>
          </a:p>
        </p:txBody>
      </p:sp>
      <p:sp>
        <p:nvSpPr>
          <p:cNvPr id="32" name="Text 29"/>
          <p:cNvSpPr/>
          <p:nvPr/>
        </p:nvSpPr>
        <p:spPr>
          <a:xfrm>
            <a:off x="756666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 paralel, lalu digabung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34974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34" name="Shape 31"/>
          <p:cNvSpPr/>
          <p:nvPr/>
        </p:nvSpPr>
        <p:spPr>
          <a:xfrm>
            <a:off x="960120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87552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87552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982980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dan rilis</a:t>
            </a:r>
            <a:endParaRPr lang="en-US" sz="2400" dirty="0"/>
          </a:p>
        </p:txBody>
      </p:sp>
      <p:sp>
        <p:nvSpPr>
          <p:cNvPr id="38" name="Text 35"/>
          <p:cNvSpPr/>
          <p:nvPr/>
        </p:nvSpPr>
        <p:spPr>
          <a:xfrm>
            <a:off x="982980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Tes, audit, tag v1.0.0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slide berikut: bukti asli dari repo.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1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yang kami tulis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138928" cy="4602480"/>
          </a:xfrm>
          <a:prstGeom prst="roundRect">
            <a:avLst>
              <a:gd name="adj" fmla="val 119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prom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029200" cy="4492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230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PROMPT.md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spesifikasi lengkap</a:t>
            </a:r>
            <a:endParaRPr lang="en-US" sz="24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keras tertulis: data dummy, tanpa secret</a:t>
            </a:r>
            <a:endParaRPr lang="en-US" sz="24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sesi: “Baca PROMPT.md dan kerjakan Sesi N”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2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Dari prompt ke PRD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78484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p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675120" cy="40050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74243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docs/PRD.md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680960" y="1600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dokumen di docs/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7680960" y="228600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dan TRD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Skema DB dan kontrak API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dan strategi tes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tes dan keputusan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3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 bekerja paralel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784848" cy="4675510"/>
          </a:xfrm>
          <a:prstGeom prst="roundRect">
            <a:avLst>
              <a:gd name="adj" fmla="val 1173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age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675120" cy="45657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30314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docs/AGENTS-LOG.md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680960" y="160020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955280" y="17373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200" dirty="0"/>
          </a:p>
        </p:txBody>
      </p:sp>
      <p:sp>
        <p:nvSpPr>
          <p:cNvPr id="15" name="Text 11"/>
          <p:cNvSpPr/>
          <p:nvPr/>
        </p:nvSpPr>
        <p:spPr>
          <a:xfrm>
            <a:off x="7955280" y="2697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 kerja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7680960" y="352044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955280" y="3657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5200" dirty="0"/>
          </a:p>
        </p:txBody>
      </p:sp>
      <p:sp>
        <p:nvSpPr>
          <p:cNvPr id="18" name="Text 14"/>
          <p:cNvSpPr/>
          <p:nvPr/>
        </p:nvSpPr>
        <p:spPr>
          <a:xfrm>
            <a:off x="7955280" y="4617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tercatat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4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Riwayat git dan rilis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870448" cy="4626132"/>
          </a:xfrm>
          <a:prstGeom prst="roundRect">
            <a:avLst>
              <a:gd name="adj" fmla="val 118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g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760720" cy="45164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2537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asli git log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49440" y="178308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32320" y="219456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58952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v0.1  Dokumen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949440" y="283464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32320" y="324612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589520" y="2743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v0.2  Backend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6949440" y="388620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32320" y="429768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589520" y="3794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v0.3  Aplikasi</a:t>
            </a:r>
            <a:endParaRPr lang="en-US" sz="2600" dirty="0"/>
          </a:p>
        </p:txBody>
      </p:sp>
      <p:sp>
        <p:nvSpPr>
          <p:cNvPr id="22" name="Shape 18"/>
          <p:cNvSpPr/>
          <p:nvPr/>
        </p:nvSpPr>
        <p:spPr>
          <a:xfrm>
            <a:off x="6949440" y="493776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v1.0.0  Rilis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8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57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7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KUALITAS PROSES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juga mengaudit AI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82296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 dokumen ditemukan sebelum kode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29768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57200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7200" dirty="0"/>
          </a:p>
        </p:txBody>
      </p:sp>
      <p:sp>
        <p:nvSpPr>
          <p:cNvPr id="15" name="Text 12"/>
          <p:cNvSpPr/>
          <p:nvPr/>
        </p:nvSpPr>
        <p:spPr>
          <a:xfrm>
            <a:off x="457200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kritis di QA browser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804672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32104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10×</a:t>
            </a:r>
            <a:endParaRPr lang="en-US" sz="7200" dirty="0"/>
          </a:p>
        </p:txBody>
      </p:sp>
      <p:sp>
        <p:nvSpPr>
          <p:cNvPr id="18" name="Text 15"/>
          <p:cNvSpPr/>
          <p:nvPr/>
        </p:nvSpPr>
        <p:spPr>
          <a:xfrm>
            <a:off x="832104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CSV jadi lebih cepat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Peta: lihat semua calon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7059168" cy="4453128"/>
          </a:xfrm>
          <a:prstGeom prst="roundRect">
            <a:avLst>
              <a:gd name="adj" fmla="val 123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1-pe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949440" cy="4343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0807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pada gambar adalah data contoh.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955280" y="18288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092440" y="1965960"/>
            <a:ext cx="182880" cy="1828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64108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Putih: outlet kita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7955280" y="2651760"/>
            <a:ext cx="457200" cy="457200"/>
          </a:xfrm>
          <a:prstGeom prst="ellipse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4108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Merah: Bidik Utama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7955280" y="34747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64108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Kuning: Menjanjikan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7955280" y="4297680"/>
            <a:ext cx="457200" cy="45720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4108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Hijau: Berpotensi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7955280" y="5120640"/>
            <a:ext cx="457200" cy="457200"/>
          </a:xfrm>
          <a:prstGeom prst="ellipse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641080" y="5120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Abu-abu: Pantau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8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57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7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Klik titik, lihat kartunya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876288" cy="4338828"/>
          </a:xfrm>
          <a:prstGeom prst="roundRect">
            <a:avLst>
              <a:gd name="adj" fmla="val 1264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3-dra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766560" cy="42291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97231" y="221742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97231" y="2217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9692" y="264033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9692" y="26403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9692" y="5093208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489692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48640" y="59664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kartu prospek (data simulasi)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772400" y="160020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01000" y="17830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010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873252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Skor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8001000" y="2423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 tinggi, makin layak.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7772400" y="315468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001000" y="33375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00100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8732520" y="3337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Alasan</a:t>
            </a:r>
            <a:endParaRPr lang="en-US" sz="2600" dirty="0"/>
          </a:p>
        </p:txBody>
      </p:sp>
      <p:sp>
        <p:nvSpPr>
          <p:cNvPr id="28" name="Text 24"/>
          <p:cNvSpPr/>
          <p:nvPr/>
        </p:nvSpPr>
        <p:spPr>
          <a:xfrm>
            <a:off x="8001000" y="3977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hal penentu skor.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7772400" y="470916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001000" y="489204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0100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8732520" y="4892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8001000" y="5532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Telepon, alamat, WhatsApp.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2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7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75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42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725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 membaca skor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2651760" cy="128016"/>
          </a:xfrm>
          <a:prstGeom prst="rect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Bidik Utama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2296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835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– 100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22960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lebih dulu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364992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64992" y="1645920"/>
            <a:ext cx="265176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39312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Menjanjikan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3639312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 – 74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3639312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Layak dicoba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181344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181344" y="1645920"/>
            <a:ext cx="2651760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55664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Berpotensi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6455664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9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– 54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6455664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Jika ada waktu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997696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997696" y="1645920"/>
            <a:ext cx="2651760" cy="128016"/>
          </a:xfrm>
          <a:prstGeom prst="rect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72016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9272016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6B7F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– 34</a:t>
            </a:r>
            <a:endParaRPr lang="en-US" sz="3400" dirty="0"/>
          </a:p>
        </p:txBody>
      </p:sp>
      <p:sp>
        <p:nvSpPr>
          <p:cNvPr id="29" name="Text 26"/>
          <p:cNvSpPr/>
          <p:nvPr/>
        </p:nvSpPr>
        <p:spPr>
          <a:xfrm>
            <a:off x="9272016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rendah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914400" y="49377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Dihitung dari 6 hal: jenis usaha, rating, jarak ke outlet, keramaian, baru buka, kontak lengkap.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4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7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9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73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36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1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82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64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14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27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09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391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473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55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718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Menghubungi dengan sopan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2296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Pesan terisi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2296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per kategori, bisa diedit dulu.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432816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0248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248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60248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Cegah dobel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60248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Muncul bila rekan sudah menghubungi.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10768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38200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200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38200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Opt-out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38200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 hubungi lagi: WhatsApp hilang.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Jeda minimal 14 hari antar kontak. Tidak ada kirim otomatis.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2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4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47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5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5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6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71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7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8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9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 perjalanan tiap calon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7424928" cy="4681728"/>
          </a:xfrm>
          <a:prstGeom prst="roundRect">
            <a:avLst>
              <a:gd name="adj" fmla="val 117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4-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7315200" cy="4572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pada data demo diatur manual untuk ilustrasi.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22960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Seret kartu ke kolom berikutnya</a:t>
            </a:r>
            <a:endParaRPr lang="en-US" sz="2200" dirty="0"/>
          </a:p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dan kapan tercatat</a:t>
            </a:r>
            <a:endParaRPr lang="en-US" sz="2200" dirty="0"/>
          </a:p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Peringatan kontak dobel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 kunjungan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419088" cy="4053078"/>
          </a:xfrm>
          <a:prstGeom prst="roundRect">
            <a:avLst>
              <a:gd name="adj" fmla="val 1354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7-ru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309360" cy="39433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68071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Urutan, jarak total, tombol Google Maps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223760" y="160020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52360" y="17830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4523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818388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Pilih calon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7452360" y="24231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peta atau di tabel.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223760" y="315468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52360" y="33375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5236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83880" y="3337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7452360" y="3977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 paling pendek.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7223760" y="470916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452360" y="489204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45236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8183880" y="4892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Buka di Maps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7452360" y="5532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tombol, lalu ikuti arah.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Dasbor dan laporan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413248" cy="3424428"/>
          </a:xfrm>
          <a:prstGeom prst="roundRect">
            <a:avLst>
              <a:gd name="adj" fmla="val 160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5-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303520" cy="33147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54496" y="1545336"/>
            <a:ext cx="5413248" cy="3424428"/>
          </a:xfrm>
          <a:prstGeom prst="roundRect">
            <a:avLst>
              <a:gd name="adj" fmla="val 160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pic>
        <p:nvPicPr>
          <p:cNvPr id="13" name="Image 1" descr="/private/tmp/claude-501/-Users-zian-Documents-PROJECT-pos-merchant-hunter/74e6d19c-bc11-4bab-b5fe-c20c3ce98a31/scratchpad/jpg/07-lapor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600200"/>
            <a:ext cx="5303520" cy="33147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8640" y="50977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Dasbor: angka penting dalam satu layar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09360" y="50977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Laporan: unduh CSV atau Excel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5486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pada gambar adalah data contoh.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Hasil tes dan hal yang belum teruji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455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7772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backend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64992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593592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299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3593592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frontend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81344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6409944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E2E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997696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226296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21" name="Text 18"/>
          <p:cNvSpPr/>
          <p:nvPr/>
        </p:nvSpPr>
        <p:spPr>
          <a:xfrm>
            <a:off x="9226296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bocor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365760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22960" y="3749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Sudah diverifikasi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2960" y="4297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14,6 ribu titik dalam ±3 detik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Aksesibilitas di 12 halaman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produksi hijau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172200" y="365760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A66A0A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46520" y="3749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teruji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6446520" y="4297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Kecepatan di GPU nyata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nyata ke Overpass/Google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dan PostgreSQL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ADOPSI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8 minggu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Siapkan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 outlet asli, cek hasil geocoding.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69080" y="2834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29768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1–6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7200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Jalankan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457200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harian, metrik ditinjau tiap minggu.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818120" y="2834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804672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7–8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32104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Putuskan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832104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Evaluasi, lalu keputusan perluasan.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4864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10–20 outlet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429768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29768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4–6 akun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804672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804672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server kecil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ADOPSI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dan </a:t>
            </a:r>
            <a:r>
              <a:rPr lang="en-US" sz="3600" b="1" dirty="0" err="1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permintaan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4297680" cy="438912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0F8B7D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data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868680" y="24688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8000" dirty="0"/>
          </a:p>
        </p:txBody>
      </p:sp>
      <p:sp>
        <p:nvSpPr>
          <p:cNvPr id="13" name="Text 10"/>
          <p:cNvSpPr/>
          <p:nvPr/>
        </p:nvSpPr>
        <p:spPr>
          <a:xfrm>
            <a:off x="868680" y="42062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OpenStreetMap. Google bersifat opsional.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212080" y="1645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Yang </a:t>
            </a:r>
            <a:r>
              <a:rPr lang="en-US" sz="2600" b="1" dirty="0" err="1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perlu</a:t>
            </a:r>
            <a:r>
              <a:rPr lang="en-US" sz="2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600" b="1" dirty="0" err="1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diajukan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5212080" y="228600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94960" y="24231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94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172200" y="22860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Setujui pilot 1–2 provinsi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212080" y="324612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394960" y="33832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9496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172200" y="32461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outlet asli (CSV)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212080" y="420624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394960" y="434340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94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172200" y="42062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Tinjauan legal (UU PDP)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212080" y="516636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394960" y="530352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94960" y="5303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172200" y="51663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sales pengguna awal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4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8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57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14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71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457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629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714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DAN DOKUMENTASI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Semua ada di GitHub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</a:t>
            </a:r>
            <a:endParaRPr lang="en-US" sz="1300" dirty="0"/>
          </a:p>
        </p:txBody>
      </p:sp>
      <p:sp>
        <p:nvSpPr>
          <p:cNvPr id="12" name="Text 9">
            <a:hlinkClick r:id="rId3" tooltip="Buka repo"/>
          </p:cNvPr>
          <p:cNvSpPr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tooltip="Buka rep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https://github.com/ziancuk/merchant-hunter</a:t>
            </a:r>
            <a:endParaRPr lang="en-US" sz="3000" dirty="0"/>
          </a:p>
        </p:txBody>
      </p:sp>
      <p:sp>
        <p:nvSpPr>
          <p:cNvPr id="13" name="Text 10">
            <a:hlinkClick r:id="rId4" tooltip="Buka docs/"/>
          </p:cNvPr>
          <p:cNvSpPr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u="sng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4" tooltip="Buka doc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Dokumentasi ada di folder docs/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548640" y="397764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9776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PRD.md · TRD.md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977640" y="39776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 dan teknis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26480" y="397764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09360" y="39776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ARCHITECTURE.md · DB-SCHEMA.md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555480" y="39776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dan skema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475488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7548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TEST-PLAN.md · TEST-REPORT.md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977640" y="47548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dan hasil tes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26480" y="475488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309360" y="47548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AGENTS-LOG.md · DECISIONS.md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555480" y="47548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subagen, keputusan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553212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31520" y="5532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RUN-GUIDE.md · README.md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3977640" y="55321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menjalankan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26480" y="553212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blurRad="101600" dist="25400" dir="5400000" algn="bl" rotWithShape="0">
              <a:srgbClr val="1B2A4A">
                <a:alpha val="1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309360" y="5532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screenshots/ · pr/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555480" y="55321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gambar dan catatan PR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48640" y="63276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Terima kasih · Muhamad Fauzian 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8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3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1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91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48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2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04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83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61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3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17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96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74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40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487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56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643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722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1998</Words>
  <Application>Microsoft Macintosh PowerPoint</Application>
  <PresentationFormat>Widescreen</PresentationFormat>
  <Paragraphs>353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 Merchant Hunter - Presentasi Manajemen</dc:title>
  <dc:subject>PptxGenJS Presentation</dc:subject>
  <dc:creator>Muhamad Fauzian S</dc:creator>
  <cp:lastModifiedBy>Fauzian S, Muhamad</cp:lastModifiedBy>
  <cp:revision>3</cp:revision>
  <dcterms:created xsi:type="dcterms:W3CDTF">2026-10-27T15:23:06Z</dcterms:created>
  <dcterms:modified xsi:type="dcterms:W3CDTF">2026-10-27T15:27:30Z</dcterms:modified>
</cp:coreProperties>
</file>